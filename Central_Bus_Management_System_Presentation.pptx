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0E7FF"/>
                </a:solidFill>
              </a:defRPr>
            </a:pPr>
            <a:r>
              <a:t>CENTRAL BUS DESK</a:t>
            </a:r>
          </a:p>
          <a:p>
            <a:pPr>
              <a:spcAft>
                <a:spcPts val="1200"/>
              </a:spcAft>
              <a:defRPr sz="3200" b="1">
                <a:solidFill>
                  <a:srgbClr val="FFFFFF"/>
                </a:solidFill>
              </a:defRPr>
            </a:pPr>
            <a:r>
              <a:t>৯টি কাউন্টার ও রিয়েল-টাইম বাস ফ্লিট ম্যানেজমেন্ট সিস্টেম</a:t>
            </a:r>
          </a:p>
          <a:p>
            <a:pPr>
              <a:spcAft>
                <a:spcPts val="2800"/>
              </a:spcAft>
              <a:defRPr sz="1500">
                <a:solidFill>
                  <a:srgbClr val="94A3B8"/>
                </a:solidFill>
              </a:defRPr>
            </a:pPr>
            <a:r>
              <a:t>Super Admin Supervision &amp; Terminal-Wise Counter Sales Dashboard Presentation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338328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🛡️ SUPER ADMIN PORTAL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সারাদেশের ৯টি কাউন্টারের লাইভ মনিটরিং, ছাড়া বাস ও খালি সিটের তথ্য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4114800"/>
            <a:ext cx="338328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42519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🎫 9 COUNTER SALES PORTALS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প্রতিটি কাউন্টারের জন্য আলাদা লগইন, বাসের শিডিউল ও সিট বুকিং ডেস্ক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114800"/>
            <a:ext cx="338328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42519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💺 REAL-TIME 2x2 SEAT PLAN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বাসের অভ্যন্তরীণ আসন বিন্যাস, কনফার্মেশন ও স্বয়ংক্রিয় প্রিন্ট রিসিট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Developed using HTML5, Tailwind CSS &amp; Pure Vanilla JavaScript • Fully Responsive Single Page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NETWORK ARCHITECTURE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৯টি প্রধান ইন্টার-ডিস্ট্রিক্ট টার্মিনাল হাব ও রোল বিভাজন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সেন্ট্রাল অ্যাডমিন মনিটরিং এবং পৃথক টার্মিনাল সেলস একাউন্টের সমন্বিত কাঠামো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১. গাবতলী কাউন্টার (GAB-01)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ঢাকা সেন্ট্রাল | ম্যানেজার: রফিকুল ইসলাম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gabtoli@buscentral.com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7556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২. সায়েদাবাদ কাউন্টার (SAY-02)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ঢাকা আন্তঃজেলা | ম্যানেজার: কামাল হোসেন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sayedabad@buscentral.com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7556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৩. মহাখালী কাউন্টার (MOH-03)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ঢাকা উত্তর হাব | ম্যানেজার: জাহিদ হাসান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mohakhali@buscentral.com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1272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৪. উত্তরা কাউন্টার (UTT-04)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সেক্টর ৭, উত্তরা | ম্যানেজার: তানভীর আহমেদ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uttara@buscentral.com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0175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31272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৫. চট্টগ্রাম জিইসি (CTG-05)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জিইসি সার্কেল | ম্যানেজার: নাজমুল হুদা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chittagong@buscentral.com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0175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1272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৬. কক্সবাজার কাউন্টার (CXB-06)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কলাতলী বিচ রোড | ম্যানেজার: মাহবুব আলম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coxsbazar@buscentral.com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891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988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৭. সিলেট কদমতলী (SYL-07)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সেন্ট্রাল বাস টার্মিনাল | ম্যানেজার: ফারুক হোসেন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sylhet@buscentral.com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3891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4988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৮. রাজশাহী রেলগেট (RAJ-08)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স্টেশন রোড | ম্যানেজার: সোহেল রানা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rajshahi@buscentral.com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438912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4498848"/>
            <a:ext cx="310896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৯. বগুড়া সাতমাথা (BOG-09)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অবস্থান: সাতমাথা সার্কেল | ম্যানেজার: আনোয়ার পারভেজ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লগইন: bogura@buscentral.com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760720"/>
            <a:ext cx="10698480" cy="640080"/>
          </a:xfrm>
          <a:prstGeom prst="roundRect">
            <a:avLst/>
          </a:prstGeom>
          <a:solidFill>
            <a:srgbClr val="EEF2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4F46E5"/>
                </a:solidFill>
              </a:defRPr>
            </a:pPr>
            <a:r>
              <a:t>🎯 সিস্টেমের মূল বৈশিষ্ট্য: প্রতিটি কাউন্টারের নিজস্ব সেলস অফিসার কেবল তাদের কাউন্টারের বাসের তথ্য ও টিকেট ম্যানেজ করবেন, আর সেন্ট্রাল অ্যাডমিন ৯টি কাউন্টারের সামগ্রিক গতিবিধি পর্যবেক্ষণ করবেন।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AUTHENTICATION PORTAL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লগইন সিস্টেম ও ৯টি কাউন্টারের আলাদা ক্রেডেনশিয়াল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সেন্ট্রাল অ্যাডমিন ও প্রতিটি টার্মিনালের জন্য সম্পূর্ণ পৃথক এবং নিরাপদ লগইন সুবিধা</a:t>
            </a:r>
          </a:p>
        </p:txBody>
      </p:sp>
      <p:pic>
        <p:nvPicPr>
          <p:cNvPr id="4" name="Picture 3" descr="02_login_s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🔐 Role-Based Access Control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সুপার অ্যাডমিন এবং কাউন্টার সেলসের জন্য আলাদা দুটি লগইন গেটওয়ে।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🏢 9 Independent Credentials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৯টি কাউন্টারের জন্য ৯টি নিজস্ব ইমেইল ও পাসওয়ার্ড সেট করা রয়েছে (যেমন: sayedabad@buscentral.com)।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⚡ 1-Click Fast Demo Testing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ড্রপডাউন সিলেক্ট করলেই স্বয়ংক্রিয়ভাবে সঠিক ক্রেডেনশিয়াল ফিল হয়ে যায় এবং এক ক্লিকেই লগইন করা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🔄 Smart Dashboard Routing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লগইন সফল হলে অ্যাডমিনকে নিয়ে যায় সেন্ট্রাল ড্যাশবোর্ডে এবং সেলস অফিসারকে তাদের নির্দিষ্ট কাউন্টার ডেস্কে।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👁️ Security &amp; Visibility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পাসওয়ার্ড শো/হাইড টগল ও রিমেম্বার-মি অপশন সহ রেসপন্সিভ ডিজাইন।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SUPER ADMIN DASHBOARD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সুপার অ্যাডমিন সেন্ট্রাল মনিটরিং ড্যাশবোর্ড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সারাদেশের ৯টি কাউন্টারে আজ কয়টি বাস গেল, কখন গেল এবং কতটি সিট খালি আছে তার লাইভ কন্ট্রোল রুম</a:t>
            </a:r>
          </a:p>
        </p:txBody>
      </p:sp>
      <p:pic>
        <p:nvPicPr>
          <p:cNvPr id="4" name="Picture 3" descr="03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4171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64592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📊 4 Real-Time Fleet Metrics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আজকের মোট বাস, ছেড়ে যাওয়া বাস (Departed), বোর্ডিং (Boarding) এবং মোট খালি সিটের লাইভ পরিসংখ্যান।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🏢 9 Terminals Live Grid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প্রতিটি কাউন্টারের জন্য আলাদা স্ট্যাটাস কার্ড—যেখানে পরবর্তী বাস ছাড়ার সময়, গন্তব্য ও খালি সিট স্পষ্ট দেখা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🚌 Nationwide Trips Audit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সারাদেশের যেকোনো বাসের নাম্বার, সময়, মোট সিট, বুকড সিট ও ভাড়া সরাসরি নজরদারি করার সুবিধা।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🔍 Quick Filter &amp; Search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সিলেক্ট করে ফিল্টার করা এবং বাস নাম্বার বা গন্তব্য সার্চ করে তাৎক্ষণিক তথ্য পাওয়া।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💰 Revenue Supervision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সব কাউন্টার মিলিয়ে মোট কত টাকার টিকেট বিক্রি হলো তার কেন্দ্রীয় রাজস্ব নিরীক্ষা।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LIVE SEAT AVAILABILITY AUDIT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বাসের খালি সিট ও বাস্তবসম্মত আসন বিন্যাস অডিট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কোন বাসে কতটি সিট খালি আছে (Empty Seats) তা ২x২ ফিজিক্যাল সিট ম্যাপে সরাসরি দেখার ব্যবস্থা</a:t>
            </a:r>
          </a:p>
        </p:txBody>
      </p:sp>
      <p:pic>
        <p:nvPicPr>
          <p:cNvPr id="4" name="Picture 3" descr="04_admin_sea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3152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164592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💺 বাস্তবসম্মত ২x২ বাস সিট প্ল্যান (Physical Bus Layout)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সামনের ড্রাইভার কেবিন, প্রবেশদ্বার (Door), মাঝখানের চলাচলের আইল (Aisle) এবং পিছনের ইঞ্জিন ক্যাবিন সহ নিখুঁত লেআউট।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🟢 সবুজ রঙ = খালি সিট (Available Seats)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যেসব সিট এখনও বিক্রি হয়নি বা যাত্রী উঠেনি তা গাঢ় সবুজ ব্যাজে দৃশ্যমান থাকে।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🔴 লাল রঙ = বুকড সিট (Booked Passengers)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যাত্রী কনফার্ম হওয়া সিটগুলো তাৎক্ষণিকভাবে লাল রঙে রূপান্তরিত হয়।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🔎 বাস ভিত্তিক স্বচ্ছতা (Total Transparency)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অ্যাডমিন যেকোনো কাউন্টারের বাসের 'সিট দেখুন' বাটনে ক্লিক করলেই এই পপআপ ওপেন হয়ে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📈 নো-মোর কলিং কাউন্টার ম্যানেজার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ম্যানেজারের সাথে বারবার ফোনে কথা না বলেই সেন্ট্রাল হেডকোয়ার্টার থেকেই পুরো বাসের আসন অবস্থা নিশ্চিত হওয়া যায়।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TERMINAL SALES PORTAL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কাউন্টার সেলস ড্যাশবোর্ড ও বাস ট্রিপ সিডিউল (CRUD)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লগইনকৃত নির্দিষ্ট কাউন্টারের জন্য সম্পূর্ণ পৃথক ওয়ার্কস্পেস ও বাস ট্রিপ নিয়ন্ত্রণ</a:t>
            </a:r>
          </a:p>
        </p:txBody>
      </p:sp>
      <p:pic>
        <p:nvPicPr>
          <p:cNvPr id="4" name="Picture 3" descr="05_sale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4171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64592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🏢 কাউন্টার স্পেসিফিক ডেস্ক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লগইন করার সাথে সাথে সংশ্লিষ্ট কাউন্টারের নাম (যেমন: সায়েদাবাদ), কোড (SAY-02) ও ফোন নম্বর লোড হয়।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➕ নতুন বাস শিডিউল যোগ (Add Trip)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থেকে ছেড়ে যাওয়া নতুন বাসের নম্বর, রুট, সময়, মোট সিট, ড্রাইভার ও ভাড়া যোগ করার ফরম।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✏️ বাসের তথ্য এডিট (Edit Bus Info)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ভাড়ার পরিবর্তন, ছাড়ার সময় পুনঃনির্ধারণ বা ড্রাইভার পরিবর্তনের পূর্ণ স্বাধীনতা।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🗑️ ট্রিপ বাতিল বা ডিলিট (Delete Trip)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কোনো ট্রিপ বাতিল হলে তৎক্ষণাৎ তা ডিলিট করা যায় এবং অ্যাডমিনের কাছেও রিয়েল-টাইমে আপডেট হয়।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💵 নিজস্ব কাউন্টার ক্যাশ কালেকশন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আজকে এই কাউন্টার থেকে মোট কত টাকা আয় হলো তার স্বচ্ছ হিসাব।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POINT OF SALE (POS)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লাইভ সিট বুকিং ও প্যাসেঞ্জার এসাইনমেন্ট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সিটে ক্লিক করে যাত্রীর নাম ও মোবাইল নম্বর দিয়ে সেকেন্ডের মধ্যে টিকেট ইস্যু</a:t>
            </a:r>
          </a:p>
        </p:txBody>
      </p:sp>
      <p:pic>
        <p:nvPicPr>
          <p:cNvPr id="4" name="Picture 3" descr="06_sales_seat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4171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64592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🎯 ইন্টার-অ্যাক্টিভ সিট ক্লিক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সেলস অফিসার বাসের খালি সিটে (A1, B2 ইত্যাদি) সরাসরি ক্লিক করে বুকিং উইন্ডো ওপেন করতে পারেন।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👤 যাত্রীর নাম ও মোবাইল এন্ট্রি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যাত্রীর নাম ও ফোন নম্বর ইনপুট দেওয়ার সাথে সাথে সিটটি তার নামে লক হয়ে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⚡ ইনস্ট্যান্ট সিট রিলিজ / ক্যানসেল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যাত্রী যাত্রা বাতিল করলে বুকড সিটে ক্লিক করে এক ক্লিকেই সিট খালি করা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🔄 কাউন্টার ট্রিপ ফিল্টারিং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বাম পাশের বাস লিস্ট থেকে যেকোনো বাস নির্বাচন করে তার আলাদা সিট লেআউট দেখা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🛡️ ডাটা ইন্টিগ্রিটি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একই সিট ডাবল বুকিং হওয়ার কোনো সুযোগ নেই।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F46E5"/>
                </a:solidFill>
              </a:defRPr>
            </a:pPr>
            <a:r>
              <a:t>PRINTABLE TICKET &amp; MANIFEST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</a:defRPr>
            </a:pPr>
            <a:r>
              <a:t>স্বয়ংক্রিয় টিকেট রিসিপ্ট ও প্যাসেঞ্জার ম্যানিফেস্ট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বুকিং নিশ্চিত হওয়ার সাথে সাথে প্রিন্টযোগ্য ডিজিটাল রিসিট ও যাত্রীদের রেজিস্টার</a:t>
            </a:r>
          </a:p>
        </p:txBody>
      </p:sp>
      <p:pic>
        <p:nvPicPr>
          <p:cNvPr id="4" name="Picture 3" descr="07_sales_ticket_rece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3152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164592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🎫 স্বয়ংক্রিয় ইউনিক টিকেট নম্বর (e.g. TKT-7821)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প্রতিটি সফল বুকিংয়ে স্বয়ংক্রিয়ভাবে অদ্বিতীয় টিকেট আইডি তৈরি হয়।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📄 সম্পূর্ণ ভ্রমণের বিবরণ সমৃদ্ধ রিসিট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নাম, বাসের নম্বর, গন্তব্য, ছাড়ার নির্ধারিত সময়, সিট নম্বর এবং ভাড়া পরিষ্কারভাবে মুদ্রিত থাকে।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🖨️ ১-ক্লিক থার্মাল / পেপার প্রিন্টিং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'প্রিন্ট করুন' বাটনে ক্লিক করলেই ব্রাউজারের প্রিন্ট ডায়ালগ ওপেন হয় এবং স্লিপ প্রিন্ট হয়ে যায়।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📋 আজকের প্যাসেঞ্জার ম্যানিফেস্ট (Passenger Manifest)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বাস ছাড়ার আগে সব যাত্রীর নাম ও ফোনের তালিকা নিয়ে সুপারভাইজার সহজেই বোর্ডিং সম্পন্ন করতে পারেন।</a:t>
            </a:r>
          </a:p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</a:defRPr>
            </a:pPr>
            <a:r>
              <a:t>🔒 নির্ভরযোগ্য অডিট ট্রেইল</a:t>
            </a:r>
          </a:p>
          <a:p>
            <a:pPr>
              <a:spcAft>
                <a:spcPts val="1000"/>
              </a:spcAft>
              <a:defRPr sz="1050">
                <a:solidFill>
                  <a:srgbClr val="64748B"/>
                </a:solidFill>
              </a:defRPr>
            </a:pPr>
            <a:r>
              <a:t>কাউন্টার থেকে কয়টি টিকেট ইস্যু হলো এবং কত টাকা আদায় হলো তা সাথে সাথে সংরক্ষিত থাকে।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EXECUTIVE SUMMARY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</a:defRPr>
            </a:pPr>
            <a:r>
              <a:t>সিস্টেমের প্রযুক্তিগত উৎকর্ষ ও ব্যবসায়িক সুবিধাসমূহ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বাস ফ্লিট পরিচালনায় ১০০% আধুনিকীকরণ, স্বচ্ছতা এবং আয়ের সর্বোচ্চ সুরক্ষা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🚀 সেন্ট্রাল হেডকোয়ার্টার ভিজিবিলিটি</a:t>
            </a:r>
          </a:p>
          <a:p>
            <a:pPr>
              <a:spcAft>
                <a:spcPts val="200"/>
              </a:spcAft>
              <a:defRPr sz="1100">
                <a:solidFill>
                  <a:srgbClr val="94A3B8"/>
                </a:solidFill>
              </a:defRPr>
            </a:pPr>
            <a:r>
              <a:t>প্রধান অ্যাডমিন অফিসে বসেই ৯টি টার্মিনালের সকল বাসের অবস্থান ও খালি সিটের রিয়েল-টাইম তথ্য পাচ্ছেন।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737360"/>
            <a:ext cx="5120640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659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⚡ টার্মিনালগুলোর বিকেন্দ্রীভূত স্বাধীনতা</a:t>
            </a:r>
          </a:p>
          <a:p>
            <a:pPr>
              <a:spcAft>
                <a:spcPts val="200"/>
              </a:spcAft>
              <a:defRPr sz="1100">
                <a:solidFill>
                  <a:srgbClr val="94A3B8"/>
                </a:solidFill>
              </a:defRPr>
            </a:pPr>
            <a:r>
              <a:t>প্রতিটি কাউন্টারের সেলস টিম স্বাধীনভাবে তাদের বাসের শিডিউল ম্যানেজ ও দ্রুত টিকেট বুকিং করতে পারছে।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79"/>
            <a:ext cx="5120640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06907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💺 শতভাগ সিট অকুপেন্সি বৃদ্ধি</a:t>
            </a:r>
          </a:p>
          <a:p>
            <a:pPr>
              <a:spcAft>
                <a:spcPts val="200"/>
              </a:spcAft>
              <a:defRPr sz="1100">
                <a:solidFill>
                  <a:srgbClr val="94A3B8"/>
                </a:solidFill>
              </a:defRPr>
            </a:pPr>
            <a:r>
              <a:t>কোন বাসে সিট খালি আছে তা হেডকোয়ার্টার আগে থেকেই দেখতে পেয়ে দ্রুত সিদ্ধান্ত ও রুট রিশিডিউলিং করতে পারছে।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79"/>
            <a:ext cx="5120640" cy="1828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79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</a:defRPr>
            </a:pPr>
            <a:r>
              <a:t>💻 জিরো সার্ভার ওভারহেড ও দ্রুত গতি</a:t>
            </a:r>
          </a:p>
          <a:p>
            <a:pPr>
              <a:spcAft>
                <a:spcPts val="200"/>
              </a:spcAft>
              <a:defRPr sz="1100">
                <a:solidFill>
                  <a:srgbClr val="94A3B8"/>
                </a:solidFill>
              </a:defRPr>
            </a:pPr>
            <a:r>
              <a:t>Tailwind CSS ও আধুনিক ব্রাউজার-ফার্স্ট আর্কিটেকচারে তৈরি, কোনো জটিল ব্যাকএন্ড ছাড়াও অত্যন্ত দ্রুতগতিতে কাজ করে।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