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201168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2926080" cy="365760"/>
          </a:xfrm>
          <a:prstGeom prst="roundRect">
            <a:avLst/>
          </a:prstGeom>
          <a:solidFill>
            <a:srgbClr val="1E293B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0E7FF"/>
                </a:solidFill>
              </a:defRPr>
            </a:pPr>
            <a:r>
              <a:t>★ OFFICIAL PROJECT PRESENTATION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A5B4FC"/>
                </a:solidFill>
              </a:defRPr>
            </a:pPr>
            <a:r>
              <a:t>WELCOME TO CENTRAL BUS DESK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১০টি কাউন্টার ও রিয়েল-টাইম বাস ফ্লিট ম্যানেজমেন্ট সিস্টেম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সেন্ট্রাল সুপার অ্যাডমিন মনিটরিং ও টার্মিনাল-ভিত্তিক সেলস ডেস্কের সমন্বিত প্রেজেন্টেশন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97680"/>
            <a:ext cx="256032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4434840"/>
            <a:ext cx="22311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🛡️ SUPER ADMIN HQ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সারাদেশের ১০টি কাউন্টার এক নজরে লাইভ মনিটরিং, ছাড়া বাস ও খালি সিটের সেন্ট্রাল অডিট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4297680"/>
            <a:ext cx="256032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4434840"/>
            <a:ext cx="22311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🎫 10 COUNTER PORTALS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প্রতিটি টার্মিনালের জন্য সম্পূর্ণ আলাদা লগইন, বাসের শিডিউল যোগ/এডিট ও সিট বুকিং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297680"/>
            <a:ext cx="256032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2" y="4434840"/>
            <a:ext cx="22311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💺 2x2 SEAT ENGINE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বাস্তবমুখী ২x২ সিট ম্যাপ, তাৎক্ষণিক যাত্রী বুকিং ও স্বয়ংক্রিয় প্রিন্টযোগ্য টিকেট স্লিপ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4297680"/>
            <a:ext cx="256032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88552" y="4434840"/>
            <a:ext cx="22311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⏱️ 2-3 MONTHS ROADMAP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UI/UX ডিজাইন, ব্যাকএন্ড API আর্কিটেকচার, RBAC রোল ম্যানেজমেন্ট ও ক্লাউড ডেপ্লয়মেন্ট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Architecture: Single Page Application • Tailwind CSS • Responsive UI • RESTful APIs • 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NETWORK ARCHITECTURE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১০টি প্রধান ইন্টার-ডিস্ট্রিক্ট টার্মিনাল হাব ও রোল বিভাজন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সেন্ট্রাল অ্যাডমিন মনিটরিং এবং পৃথক ১০টি টার্মিনাল সেলস একাউন্টের সমন্বিত কাঠামো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73736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১. গাবতলী (GAB-01)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ঢাকা সেন্ট্রাল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রফিকুল ইসলাম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gabtoli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2" y="164592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73736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২. সায়েদাবাদ (SAY-02)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ঢাকা আন্তঃজেলা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কামাল হোসেন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sayedabad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164592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93792" y="173736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৩. মহাখালী (MOH-03)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ঢাকা উত্তর হাব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জাহিদ হাসান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mohakhali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164592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64" y="173736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৪. উত্তরা (UTT-04)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ঢাকা সেক্টর ৭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তানভীর আহমেদ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uttara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64592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46336" y="173736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৫. চট্টগ্রাম (CTG-05)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জিইসি সার্কেল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নাজমুল হুদা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chittagong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5760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৬. কক্সবাজার (CXB-06)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কলাতলী বিচ রোড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মাহবুব আলম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coxsbazar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7792" y="356616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65760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৭. সিলেট (SYL-07)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কদমতলী সেন্ট্রাল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ফারুক হোসেন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sylhet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4064" y="356616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365760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৮. রাজশাহী (RAJ-08)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রেলগেট স্টেশন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সোহেল রানা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rajshahi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0336" y="356616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365760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৯. বগুড়া (BOG-09)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সাতমাথা সার্কেল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আনোয়ার পারভেজ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bogura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36608" y="3566160"/>
            <a:ext cx="20299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46336" y="3657600"/>
            <a:ext cx="18105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১০. খুলনা (KHU-10)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📍 সোনাডাঙ্গা টার্মিনাল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👤 তরিকুল ইসলাম</a:t>
            </a:r>
          </a:p>
          <a:p>
            <a:pPr>
              <a:defRPr sz="850" b="1">
                <a:solidFill>
                  <a:srgbClr val="4F46E5"/>
                </a:solidFill>
              </a:defRPr>
            </a:pPr>
            <a:r>
              <a:t>🔑 khulna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15000"/>
            <a:ext cx="10698480" cy="685800"/>
          </a:xfrm>
          <a:prstGeom prst="roundRect">
            <a:avLst/>
          </a:prstGeom>
          <a:solidFill>
            <a:srgbClr val="EEF2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4F46E5"/>
                </a:solidFill>
              </a:defRPr>
            </a:pPr>
            <a:r>
              <a:t>🎯 সিস্টেমের মূল বৈশিষ্ট্য: ১০টি কাউন্টারের নিজস্ব সেলস অফিসার কেবল তাদের কাউন্টারের বাসের তথ্য ও টিকেট ম্যানেজ করবেন, আর সেন্ট্রাল অ্যাডমিন ১০টি কাউন্টারের সামগ্রিক গতিবিধি এক নজরে তদারকি করবেন।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AUTHENTICATION PORTAL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লগইন সিস্টেম ও ১০টি কাউন্টারের আলাদা ক্রেডেনশিয়াল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সেন্ট্রাল অ্যাডমিন ও প্রতিটি টার্মিনালের জন্য সম্পূর্ণ পৃথক এবং নিরাপদ লগইন সুবিধা</a:t>
            </a:r>
          </a:p>
        </p:txBody>
      </p:sp>
      <p:pic>
        <p:nvPicPr>
          <p:cNvPr id="4" name="Picture 3" descr="02_login_s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🔐 Role-Based Access Control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সুপার অ্যাডমিন এবং কাউন্টার সেলসের জন্য আলাদা দুটি লগইন গেটওয়ে।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🏢 10 Independent Credentials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১০টি কাউন্টারের জন্য ১০টি নিজস্ব ইমেইল ও পাসওয়ার্ড সেট করা রয়েছে (যেমন: sayedabad@buscentral.com, khulna@buscentral.com)।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⚡ 1-Click Fast Demo Testing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ড্রপডাউন সিলেক্ট করলেই স্বয়ংক্রিয়ভাবে সঠিক ক্রেডেনশিয়াল ফিল হয়ে যায় এবং এক ক্লিকেই লগইন করা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🔄 Smart Dashboard Routing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লগইন সফল হলে অ্যাডমিনকে নিয়ে যায় সেন্ট্রাল ড্যাশবোর্ডে এবং সেলস অফিসারকে তাদের নির্দিষ্ট কাউন্টার ডেস্কে।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👁️ Security &amp; Visibility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পাসওয়ার্ড শো/হাইড টগল ও রিমেম্বার-মি অপশন সহ রেসপন্সিভ ডিজাইন।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SUPER ADMIN DASHBOARD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সুপার অ্যাডমিন সেন্ট্রাল মনিটরিং ড্যাশবোর্ড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সারাদেশের ১০টি কাউন্টারে আজ কয়টি বাস গেল, কখন গেল এবং কতটি সিট খালি আছে তার লাইভ কন্ট্রোল রুম</a:t>
            </a:r>
          </a:p>
        </p:txBody>
      </p:sp>
      <p:pic>
        <p:nvPicPr>
          <p:cNvPr id="4" name="Picture 3" descr="03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4171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64592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📊 4 Real-Time Fleet Metrics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আজকের মোট বাস, ছেড়ে যাওয়া বাস (Departed), বোর্ডিং (Boarding) এবং মোট খালি সিটের লাইভ পরিসংখ্যান।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🏢 10 Terminals Live Grid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প্রতিটি কাউন্টারের জন্য আলাদা স্ট্যাটাস কার্ড—যেখানে পরবর্তী বাস ছাড়ার সময়, গন্তব্য ও খালি সিট স্পষ্ট দেখা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🚌 Nationwide Trips Audit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সারাদেশের যেকোনো বাসের নম্বর, সময়, মোট সিট, বুকড সিট ও ভাড়া সরাসরি নজরদারি করার সুবিধা।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🔍 Quick Filter &amp; Search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সিলেক্ট করে ফিল্টার করা এবং বাস নম্বর বা গন্তব্য সার্চ করে তাৎক্ষণিক তথ্য পাওয়া।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💰 Revenue Supervision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সব ১০টি কাউন্টার মিলিয়ে মোট কত টাকার টিকেট বিক্রি হলো তার কেন্দ্রীয় রাজস্ব নিরীক্ষা।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LIVE SEAT AVAILABILITY AUDIT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বাসের খালি সিট ও বাস্তবসম্মত আসন বিন্যাস অডিট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কোন বাসে কতটি সিট খালি আছে (Empty Seats) তা ২x২ ফিজিক্যাল সিট ম্যাপে সরাসরি দেখার ব্যবস্থা</a:t>
            </a:r>
          </a:p>
        </p:txBody>
      </p:sp>
      <p:pic>
        <p:nvPicPr>
          <p:cNvPr id="4" name="Picture 3" descr="04_admin_sea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3152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164592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💺 বাস্তবসম্মত ২x২ বাস সিট প্ল্যান (Physical Bus Layout)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সামনের ড্রাইভার কেবিন, প্রবেশদ্বার (Door), মাঝখানের চলাচলের আইল (Aisle) এবং পিছনের ইঞ্জিন ক্যাবিন সহ নিখুঁত লেআউট।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🟢 সবুজ রঙ = খালি সিট (Available Seats)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যেসব সিট এখনও বিক্রি হয়নি বা যাত্রী উঠেনি তা গাঢ় সবুজ ব্যাজে দৃশ্যমান থাকে।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🔴 লাল রঙ = বুকড সিট (Booked Passengers)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যাত্রী কনফার্ম হওয়া সিটগুলো তাৎক্ষণিকভাবে লাল রঙে রূপান্তরিত হয়।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🔎 বাস ভিত্তিক স্বচ্ছতা (Total Transparency)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অ্যাডমিন ১০টি কাউন্টারের যেকোনো বাসের 'সিট দেখুন' বাটনে ক্লিক করলেই এই পপআপ ওপেন হয়ে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📈 নো-মোর কলিং কাউন্টার ম্যানেজার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ম্যানেজারের সাথে বারবার ফোনে কথা না বলেই সেন্ট্রাল হেডকোয়ার্টার থেকেই পুরো বাসের আসন অবস্থা নিশ্চিত হওয়া যায়।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TERMINAL SALES PORTAL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কাউন্টার সেলস ড্যাশবোর্ড ও বাস ট্রিপ সিডিউল (CRUD)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লগইনকৃত নির্দিষ্ট কাউন্টারের জন্য সম্পূর্ণ পৃথক ওয়ার্কস্পেস ও বাস ট্রিপ নিয়ন্ত্রণ</a:t>
            </a:r>
          </a:p>
        </p:txBody>
      </p:sp>
      <p:pic>
        <p:nvPicPr>
          <p:cNvPr id="4" name="Picture 3" descr="05_sale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4171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64592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🏢 কাউন্টার স্পেসিফিক ডেস্ক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লগইন করার সাথে সাথে সংশ্লিষ্ট কাউন্টারের নাম (যেমন: সায়েদাবাদ), কোড (SAY-02) ও ফোন নম্বর লোড হয়।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➕ নতুন বাস শিডিউল যোগ (Add Trip)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থেকে ছেড়ে যাওয়া নতুন বাসের নম্বর, রুট, সময়, মোট সিট, ড্রাইভার ও ভাড়া যোগ করার ফরম।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✏️ বাসের তথ্য এডিট (Edit Bus Info)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ভাড়ার পরিবর্তন, ছাড়ার সময় পুনঃনির্ধারণ বা ড্রাইভার পরিবর্তনের পূর্ণ স্বাধীনতা।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🗑️ ট্রিপ বাতিল বা ডিলিট (Delete Trip)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কোনো ট্রিপ বাতিল হলে তৎক্ষণাৎ তা ডিলিট করা যায় এবং অ্যাডমিনের কাছেও রিয়েল-টাইমে আপডেট হয়।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💵 নিজস্ব কাউন্টার ক্যাশ কালেকশন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আজকে এই কাউন্টার থেকে মোট কত টাকা আয় হলো তার স্বচ্ছ হিসাব।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POINT OF SALE (POS)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লাইভ সিট বুকিং ও প্যাসেঞ্জার এসাইনমেন্ট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সিটে ক্লিক করে যাত্রীর নাম ও মোবাইল নম্বর দিয়ে সেকেন্ডের মধ্যে টিকেট ইস্যু</a:t>
            </a:r>
          </a:p>
        </p:txBody>
      </p:sp>
      <p:pic>
        <p:nvPicPr>
          <p:cNvPr id="4" name="Picture 3" descr="06_sales_seat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4171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64592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🎯 ইন্টার-অ্যাক্টিভ সিট ক্লিক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সেলস অফিসার বাসের খালি সিটে (A1, B2 ইত্যাদি) সরাসরি ক্লিক করে বুকিং উইন্ডো ওপেন করতে পারেন।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👤 যাত্রীর নাম ও মোবাইল এন্ট্রি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যাত্রীর নাম ও ফোন নম্বর ইনপুট দেওয়ার সাথে সাথে সিটটি তার নামে লক হয়ে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⚡ ইনস্ট্যান্ট সিট রিলিজ / ক্যানসেল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যাত্রী যাত্রা বাতিল করলে বুকড সিটে ক্লিক করে এক ক্লিকেই সিট খালি করা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🔄 কাউন্টার ট্রিপ ফিল্টারিং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বাম পাশের বাস লিস্ট থেকে যেকোনো বাস নির্বাচন করে তার আলাদা সিট লেআউট দেখা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🛡️ ডাটা ইন্টিগ্রিটি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একই সিট ডাবল বুকিং হওয়ার কোনো সুযোগ নেই।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PRINTABLE TICKET &amp; MANIFEST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স্বয়ংক্রিয় টিকেট রিসিপ্ট ও প্যাসেঞ্জার ম্যানিফেস্ট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বুকিং নিশ্চিত হওয়ার সাথে সাথে প্রিন্টযোগ্য ডিজিটাল রিসিট ও যাত্রীদের রেজিস্টার</a:t>
            </a:r>
          </a:p>
        </p:txBody>
      </p:sp>
      <p:pic>
        <p:nvPicPr>
          <p:cNvPr id="4" name="Picture 3" descr="07_sales_ticket_recei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3152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164592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🎫 স্বয়ংক্রিয় ইউনিক টিকেট নম্বর (e.g. TKT-7821)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প্রতিটি সফল বুকিংয়ে স্বয়ংক্রিয়ভাবে অদ্বিতীয় টিকেট আইডি তৈরি হয়।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📄 সম্পূর্ণ ভ্রমণের বিবরণ সমৃদ্ধ রিসিট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নাম, বাসের নম্বর, গন্তব্য, ছাড়ার নির্ধারিত সময়, সিট নম্বর এবং ভাড়া পরিষ্কারভাবে মুদ্রিত থাকে।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🖨️ ১-ক্লিক থার্মাল / পেপার প্রিন্টিং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'প্রিন্ট করুন' বাটনে ক্লিক করলেই ব্রাউজারের প্রিন্ট ডায়ালগ ওপেন হয় এবং স্লিপ প্রিন্ট হয়ে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📋 আজকের প্যাসেঞ্জার ম্যানিফেস্ট (Passenger Manifest)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বাস ছাড়ার আগে সব যাত্রীর নাম ও ফোনের তালিকা নিয়ে সুপারভাইজার সহজেই বোর্ডিং সম্পন্ন করতে পারেন।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🔒 নির্ভরযোগ্য অডিট ট্রেইল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১০টি কাউন্টার থেকে কয়টি টিকেট ইস্যু হলো এবং কত টাকা আদায় হলো তা সাথে সাথে সংরক্ষিত থাকে।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EXECUTIVE SUMMARY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সিস্টেমের প্রযুক্তিগত উৎকর্ষ ও ব্যবসায়িক সুবিধাসমূহ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বাস ফ্লিট পরিচালনায় ১০০% আধুনিকীকরণ, স্বচ্ছতা এবং আয়ের সর্বোচ্চ সুরক্ষা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1828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🚀 সেন্ট্রাল হেডকোয়ার্টার ভিজিবিলিটি</a:t>
            </a:r>
          </a:p>
          <a:p>
            <a:pPr>
              <a:spcAft>
                <a:spcPts val="200"/>
              </a:spcAft>
              <a:defRPr sz="1100">
                <a:solidFill>
                  <a:srgbClr val="94A3B8"/>
                </a:solidFill>
              </a:defRPr>
            </a:pPr>
            <a:r>
              <a:t>প্রধান অ্যাডমিন অফিসে বসেই ১০টি টার্মিনালের সকল বাসের অবস্থান ও খালি সিটের রিয়েল-টাইম তথ্য পাচ্ছেন।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737360"/>
            <a:ext cx="5120640" cy="1828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9659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⚡ টার্মিনালগুলোর বিকেন্দ্রীভূত স্বাধীনতা</a:t>
            </a:r>
          </a:p>
          <a:p>
            <a:pPr>
              <a:spcAft>
                <a:spcPts val="200"/>
              </a:spcAft>
              <a:defRPr sz="1100">
                <a:solidFill>
                  <a:srgbClr val="94A3B8"/>
                </a:solidFill>
              </a:defRPr>
            </a:pPr>
            <a:r>
              <a:t>১০টি কাউন্টারের সেলস টিম স্বাধীনভাবে তাদের বাসের শিডিউল ম্যানেজ ও দ্রুত টিকেট বুকিং করতে পারছে।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79"/>
            <a:ext cx="5120640" cy="1828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6907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💺 শতভাগ সিট অকুপেন্সি বৃদ্ধি</a:t>
            </a:r>
          </a:p>
          <a:p>
            <a:pPr>
              <a:spcAft>
                <a:spcPts val="200"/>
              </a:spcAft>
              <a:defRPr sz="1100">
                <a:solidFill>
                  <a:srgbClr val="94A3B8"/>
                </a:solidFill>
              </a:defRPr>
            </a:pPr>
            <a:r>
              <a:t>কোন বাসে সিট খালি আছে তা হেডকোয়ার্টার আগে থেকেই দেখতে পেয়ে দ্রুত সিদ্ধান্ত ও রুট রিশিডিউলিং করতে পারছে।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79"/>
            <a:ext cx="5120640" cy="1828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7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💻 জিরো সার্ভার ওভারহেড ও দ্রুত গতি</a:t>
            </a:r>
          </a:p>
          <a:p>
            <a:pPr>
              <a:spcAft>
                <a:spcPts val="200"/>
              </a:spcAft>
              <a:defRPr sz="1100">
                <a:solidFill>
                  <a:srgbClr val="94A3B8"/>
                </a:solidFill>
              </a:defRPr>
            </a:pPr>
            <a:r>
              <a:t>Tailwind CSS ও আধুনিক ব্রাউজার-ফার্স্ট আর্কিটেকচারে তৈরি, কোনো জটিল ব্যাকএন্ড ছাড়াও অত্যন্ত দ্রুতগতিতে কাজ করে।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DEVELOPMENT ROADMAP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সম্পূর্ণ প্রজেক্ট ডেভেলপমেন্ট টাইমলাইন (২-৩ মাস / ১০-১২ সপ্তাহ)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UI/UX ডিজাইন, রেসপন্সিভ লেআউট, ব্যাকএন্ড API, ডাটাবেস আর্কিটেকচার ও রোল ম্যানেজমেন্ট (RBAC)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5603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1709928"/>
            <a:ext cx="2340864" cy="292608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F46E5"/>
                </a:solidFill>
              </a:defRPr>
            </a:pPr>
            <a:r>
              <a:t>PHASE 1 (Week 1 - 3)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057400"/>
            <a:ext cx="230428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UI/UX &amp; Responsive Frontend</a:t>
            </a:r>
          </a:p>
          <a:p>
            <a:pPr>
              <a:spcAft>
                <a:spcPts val="800"/>
              </a:spcAft>
              <a:defRPr sz="900" b="1">
                <a:solidFill>
                  <a:srgbClr val="4F46E5"/>
                </a:solidFill>
              </a:defRPr>
            </a:pPr>
            <a:r>
              <a:t>১ম মাস • ফ্রন্টএন্ড ডিজাইন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🎨 UI/UX Wireframing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Tailwind CSS ও Figma ডিজাইন সিস্টেম তৈরি।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📱 100% Responsive Design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ডেস্কটপ সাইডবার ও মোবাইল ড্রয়ার লেআউট।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💺 2x2 Seat Map Component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বাসের ফিজিক্যাল আসন বিন্যাস ও গ্রিন/রেড স্টেট।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🏢 10 Counter Card Modules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১০টি কাউন্টার স্ট্যাটাস উইজেট ও ডিপারচার টেবিল।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⚡ Client-Side Validation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টিকেট বুকিং ও বাস CRUD ইনপুট ভ্যালিডেশন।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00200"/>
            <a:ext cx="25603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1709928"/>
            <a:ext cx="2340864" cy="292608"/>
          </a:xfrm>
          <a:prstGeom prst="roundRect">
            <a:avLst/>
          </a:prstGeom>
          <a:solidFill>
            <a:srgbClr val="F0F9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EA5E9"/>
                </a:solidFill>
              </a:defRPr>
            </a:pPr>
            <a:r>
              <a:t>PHASE 2 (Week 4 - 6)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84448" y="2057400"/>
            <a:ext cx="230428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Backend API &amp; Database</a:t>
            </a:r>
          </a:p>
          <a:p>
            <a:pPr>
              <a:spcAft>
                <a:spcPts val="800"/>
              </a:spcAft>
              <a:defRPr sz="900" b="1">
                <a:solidFill>
                  <a:srgbClr val="0EA5E9"/>
                </a:solidFill>
              </a:defRPr>
            </a:pPr>
            <a:r>
              <a:t>১.৫ মাস • ডাটাবেস ও এপিআই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🗄️ Database Architecture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PostgreSQL/MySQL রিলেশনাল স্কিমা ডিজাইন।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🔗 RESTful API Development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বাস ট্রিপ, ১০টি কাউন্টার ও সিট কুয়েরি এন্ডপয়েন্টস।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🔒 Concurrency &amp; Seat Locking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একই সিট ডাবল বুকিং হওয়া বন্ধে Locking লজিক।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🔑 Auth &amp; JWT Security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পাসওয়ার্ড হ্যাশিং, টোকেন ও সেশন গার্ড।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⚡ Caching &amp; Optimization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Redis দিয়ে দ্রুত সিট স্ট্যাটাস রেসপন্স টাইম।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00200"/>
            <a:ext cx="25603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1072" y="1709928"/>
            <a:ext cx="2340864" cy="292608"/>
          </a:xfrm>
          <a:prstGeom prst="round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D97706"/>
                </a:solidFill>
              </a:defRPr>
            </a:pPr>
            <a:r>
              <a:t>PHASE 3 (Week 7 - 9)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057400"/>
            <a:ext cx="230428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RBAC Roles &amp; POS Engine</a:t>
            </a:r>
          </a:p>
          <a:p>
            <a:pPr>
              <a:spcAft>
                <a:spcPts val="800"/>
              </a:spcAft>
              <a:defRPr sz="900" b="1">
                <a:solidFill>
                  <a:srgbClr val="D97706"/>
                </a:solidFill>
              </a:defRPr>
            </a:pPr>
            <a:r>
              <a:t>২য় মাস • রোল ও বুকিং ইঞ্জিন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🛡️ Strict Multi-Role RBAC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Super Admin HQ বনাম ১০টি কাউন্টার সেলস পারমিশন।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🎫 POS Ticket Generator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ইউনিক টিকেট আইডি ও থার্মাল প্রিন্ট ইঞ্জিন।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📡 Real-Time WebSockets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কাউন্টার থেকে সিট কাটলে হেডকোয়ার্টারে লাইভ সিঙ্ক।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💰 Daily Revenue Accounting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১০টি কাউন্টারভিত্তিক ক্যাশ ও বিক্রির হিসেব।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📋 Passenger Manifest Export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বাস সুপারভাইজারের জন্য প্যাসেঞ্জার শিট তৈরি।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600200"/>
            <a:ext cx="25603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15984" y="1709928"/>
            <a:ext cx="2340864" cy="292608"/>
          </a:xfrm>
          <a:prstGeom prst="roundRect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PHASE 4 (Week 10 - 12)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2057400"/>
            <a:ext cx="230428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Integration, QA &amp; Deployment</a:t>
            </a:r>
          </a:p>
          <a:p>
            <a:pPr>
              <a:spcAft>
                <a:spcPts val="800"/>
              </a:spcAft>
              <a:defRPr sz="900" b="1">
                <a:solidFill>
                  <a:srgbClr val="10B981"/>
                </a:solidFill>
              </a:defRPr>
            </a:pPr>
            <a:r>
              <a:t>৩য় মাস • টেস্টিং ও লাইভ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🧪 Full-Scale Load Testing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১০টি কাউন্টার থেকে একসাথে ৫০০+ রিকুয়েস্ট টেস্ট।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📲 SMS Gateway Integration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যাত্রীর ফোনে স্বয়ংক্রিয় টিকেট কনফার্মেশন SMS।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☁️ Production Cloud Setup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Docker, NGINX SSL, AWS/VPS ও CI/CD পাইপলাইন।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🚍 Pilot Terminal Launch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সায়েদাবাদ ও গাবতলী কাউন্টারে পাইলট রান।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🎓 Staff Training &amp; Handover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</a:defRPr>
            </a:pPr>
            <a:r>
              <a:t>১০ কাউন্টার কর্মীদের ট্রেনিং ও ফাইনাল ডেলিভারি।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806440"/>
            <a:ext cx="10698480" cy="640080"/>
          </a:xfrm>
          <a:prstGeom prst="roundRect">
            <a:avLst/>
          </a:prstGeom>
          <a:solidFill>
            <a:srgbClr val="EEF2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🏁 টার্গেট টাইমফ্রেম: ২ থেকে ৩ মাস (১০-১২ সপ্তাহ) • ফলাফল: ১০০% স্বয়ংক্রিয়, নিরাপদ ও ১০টি কাউন্টারে তাৎক্ষণিক লাইভ প্রোডাকশন সফটওয়্যার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5752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853135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Aft>
                <a:spcPts val="1400"/>
              </a:spcAft>
              <a:defRPr sz="1800" b="1">
                <a:solidFill>
                  <a:srgbClr val="E0E7FF"/>
                </a:solidFill>
              </a:defRPr>
            </a:pPr>
            <a:r>
              <a:t>আপনাদের মূল্যবান সময় ও মনোযোগের জন্য আন্তরিক ধন্যবাদ</a:t>
            </a:r>
          </a:p>
          <a:p>
            <a:pPr algn="ctr">
              <a:spcAft>
                <a:spcPts val="1800"/>
              </a:spcAft>
              <a:defRPr sz="1500" b="1">
                <a:solidFill>
                  <a:srgbClr val="10B981"/>
                </a:solidFill>
              </a:defRPr>
            </a:pPr>
            <a:r>
              <a:t>Questions &amp; Discussion (প্রশ্নোত্তর ও আলোচনা)</a:t>
            </a:r>
          </a:p>
          <a:p>
            <a:pPr algn="ctr">
              <a:spcAft>
                <a:spcPts val="2400"/>
              </a:spcAft>
              <a:defRPr sz="1200" b="1">
                <a:solidFill>
                  <a:srgbClr val="E2E8F0"/>
                </a:solidFill>
              </a:defRPr>
            </a:pPr>
            <a:r>
              <a:t>🚌 10 Terminals Connected   •   🛡️ Centralized Control   •   ⚡ 2-3 Months Ready to Deliver</a:t>
            </a:r>
          </a:p>
          <a:p>
            <a:pPr algn="ctr">
              <a:spcAft>
                <a:spcPts val="1600"/>
              </a:spcAft>
              <a:defRPr sz="1300">
                <a:solidFill>
                  <a:srgbClr val="94A3B8"/>
                </a:solidFill>
              </a:defRPr>
            </a:pPr>
            <a:r>
              <a:t>আপনার বাস সার্ভিসের ১০টি কাউন্টারে এই অত্যাধুনিক সিস্টেমটি সফলভাবে তৈরি ও বাস্তবায়ন করতে আমরা সম্পূর্ণ প্রস্তুত!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Project Team: Advanced Full-Stack Engineering • Central Bus Desk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