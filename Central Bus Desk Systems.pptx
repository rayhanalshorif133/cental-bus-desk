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01168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92608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E0E7FF"/>
                </a:solidFill>
              </a:defRPr>
            </a:pPr>
            <a:r>
              <a:t>★ OFFICIAL PROJECT PRESENTATION 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A5B4FC"/>
                </a:solidFill>
              </a:defRPr>
            </a:pPr>
            <a:r>
              <a:t>WELCOME TO CENTRAL BUS DESK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</a:defRPr>
            </a:pPr>
            <a:r>
              <a:t>১০টি কাউন্টার ও রিয়েল-টাইম বাস ফ্লিট ম্যানেজমেন্ট সিস্টেম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সেন্ট্রাল সুপার অ্যাডমিন মনিটরিং ও টার্মিনাল-ভিত্তিক সেলস ডেস্কের সমন্বিত প্রেজেন্টেশন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256032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4434840"/>
            <a:ext cx="22311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🛡️ SUPER ADMIN HQ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সারাদেশের ১০টি কাউন্টার এক নজরে লাইভ মনিটরিং, ছাড়া বাস ও খালি সিটের সেন্ট্রাল অডিট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4297680"/>
            <a:ext cx="256032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93592" y="4434840"/>
            <a:ext cx="22311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🎫 10 COUNTER PORTALS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প্রতিটি টার্মিনালের জন্য সম্পূর্ণ আলাদা লগইন, বাসের শিডিউল যোগ/এডিট ও সিট বুকিং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297680"/>
            <a:ext cx="256032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91072" y="4434840"/>
            <a:ext cx="22311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💺 2x2 SEAT ENGINE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বাস্তবমুখী ২x২ সিট ম্যাপ, তাৎক্ষণিক যাত্রী বুকিং ও স্বয়ংক্রিয় প্রিন্টযোগ্য টিকেট স্লিপ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4297680"/>
            <a:ext cx="256032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88552" y="4434840"/>
            <a:ext cx="22311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⏱️ 2-3 MONTHS ROADMAP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UI/UX ডিজাইন, ব্যাকএন্ড API আর্কিটেকচার, RBAC রোল ম্যানেজমেন্ট ও ক্লাউড ডেপ্লয়মেন্ট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Architecture: Single Page Application • Tailwind CSS • Responsive UI • RESTful APIs • Production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NETWORK ARCHITECTURE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</a:defRPr>
            </a:pPr>
            <a:r>
              <a:t>১০টি প্রধান ইন্টার-ডিস্ট্রিক্ট টার্মিনাল হাব ও রোল বিভাজন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সেন্ট্রাল অ্যাডমিন মনিটরিং এবং পৃথক ১০টি টার্মিনাল সেলস একাউন্টের সমন্বিত কাঠামো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299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737360"/>
            <a:ext cx="1810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</a:defRPr>
            </a:pPr>
            <a:r>
              <a:t>১. গাবতলী (GAB-01)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📍 ঢাকা সেন্ট্রাল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👤 রফিকুল ইসলাম</a:t>
            </a:r>
          </a:p>
          <a:p>
            <a:pPr>
              <a:defRPr sz="850" b="1">
                <a:solidFill>
                  <a:srgbClr val="4F46E5"/>
                </a:solidFill>
              </a:defRPr>
            </a:pPr>
            <a:r>
              <a:t>🔑 gabtoli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1645920"/>
            <a:ext cx="20299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20" y="1737360"/>
            <a:ext cx="1810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</a:defRPr>
            </a:pPr>
            <a:r>
              <a:t>২. সায়েদাবাদ (SAY-02)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📍 ঢাকা আন্তঃজেলা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👤 কামাল হোসেন</a:t>
            </a:r>
          </a:p>
          <a:p>
            <a:pPr>
              <a:defRPr sz="850" b="1">
                <a:solidFill>
                  <a:srgbClr val="4F46E5"/>
                </a:solidFill>
              </a:defRPr>
            </a:pPr>
            <a:r>
              <a:t>🔑 sayedabad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645920"/>
            <a:ext cx="20299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93792" y="1737360"/>
            <a:ext cx="1810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</a:defRPr>
            </a:pPr>
            <a:r>
              <a:t>৩. মহাখালী (MOH-03)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📍 ঢাকা উত্তর হাব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👤 জাহিদ হাসান</a:t>
            </a:r>
          </a:p>
          <a:p>
            <a:pPr>
              <a:defRPr sz="850" b="1">
                <a:solidFill>
                  <a:srgbClr val="4F46E5"/>
                </a:solidFill>
              </a:defRPr>
            </a:pPr>
            <a:r>
              <a:t>🔑 mohakhali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1645920"/>
            <a:ext cx="20299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70064" y="1737360"/>
            <a:ext cx="1810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</a:defRPr>
            </a:pPr>
            <a:r>
              <a:t>৪. উত্তরা (UTT-04)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📍 ঢাকা সেক্টর ৭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👤 তানভীর আহমেদ</a:t>
            </a:r>
          </a:p>
          <a:p>
            <a:pPr>
              <a:defRPr sz="850" b="1">
                <a:solidFill>
                  <a:srgbClr val="4F46E5"/>
                </a:solidFill>
              </a:defRPr>
            </a:pPr>
            <a:r>
              <a:t>🔑 uttara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1645920"/>
            <a:ext cx="20299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46336" y="1737360"/>
            <a:ext cx="1810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</a:defRPr>
            </a:pPr>
            <a:r>
              <a:t>৫. চট্টগ্রাম (CTG-05)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📍 জিইসি সার্কেল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👤 নাজমুল হুদা</a:t>
            </a:r>
          </a:p>
          <a:p>
            <a:pPr>
              <a:defRPr sz="850" b="1">
                <a:solidFill>
                  <a:srgbClr val="4F46E5"/>
                </a:solidFill>
              </a:defRPr>
            </a:pPr>
            <a:r>
              <a:t>🔑 chittagong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20299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657600"/>
            <a:ext cx="1810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</a:defRPr>
            </a:pPr>
            <a:r>
              <a:t>৬. কক্সবাজার (CXB-06)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📍 কলাতলী বিচ রোড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👤 মাহবুব আলম</a:t>
            </a:r>
          </a:p>
          <a:p>
            <a:pPr>
              <a:defRPr sz="850" b="1">
                <a:solidFill>
                  <a:srgbClr val="4F46E5"/>
                </a:solidFill>
              </a:defRPr>
            </a:pPr>
            <a:r>
              <a:t>🔑 coxsbazar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2" y="3566160"/>
            <a:ext cx="20299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17520" y="3657600"/>
            <a:ext cx="1810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</a:defRPr>
            </a:pPr>
            <a:r>
              <a:t>৭. সিলেট (SYL-07)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📍 কদমতলী সেন্ট্রাল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👤 ফারুক হোসেন</a:t>
            </a:r>
          </a:p>
          <a:p>
            <a:pPr>
              <a:defRPr sz="850" b="1">
                <a:solidFill>
                  <a:srgbClr val="4F46E5"/>
                </a:solidFill>
              </a:defRPr>
            </a:pPr>
            <a:r>
              <a:t>🔑 sylhet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3566160"/>
            <a:ext cx="20299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93792" y="3657600"/>
            <a:ext cx="1810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</a:defRPr>
            </a:pPr>
            <a:r>
              <a:t>৮. রাজশাহী (RAJ-08)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📍 রেলগেট স্টেশন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👤 সোহেল রানা</a:t>
            </a:r>
          </a:p>
          <a:p>
            <a:pPr>
              <a:defRPr sz="850" b="1">
                <a:solidFill>
                  <a:srgbClr val="4F46E5"/>
                </a:solidFill>
              </a:defRPr>
            </a:pPr>
            <a:r>
              <a:t>🔑 rajshahi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0336" y="3566160"/>
            <a:ext cx="20299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70064" y="3657600"/>
            <a:ext cx="1810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</a:defRPr>
            </a:pPr>
            <a:r>
              <a:t>৯. বগুড়া (BOG-09)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📍 সাতমাথা সার্কেল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👤 আনোয়ার পারভেজ</a:t>
            </a:r>
          </a:p>
          <a:p>
            <a:pPr>
              <a:defRPr sz="850" b="1">
                <a:solidFill>
                  <a:srgbClr val="4F46E5"/>
                </a:solidFill>
              </a:defRPr>
            </a:pPr>
            <a:r>
              <a:t>🔑 bogura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36608" y="3566160"/>
            <a:ext cx="20299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46336" y="3657600"/>
            <a:ext cx="1810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</a:defRPr>
            </a:pPr>
            <a:r>
              <a:t>১০. খুলনা (KHU-10)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📍 সোনাডাঙ্গা টার্মিনাল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👤 তরিকুল ইসলাম</a:t>
            </a:r>
          </a:p>
          <a:p>
            <a:pPr>
              <a:defRPr sz="850" b="1">
                <a:solidFill>
                  <a:srgbClr val="4F46E5"/>
                </a:solidFill>
              </a:defRPr>
            </a:pPr>
            <a:r>
              <a:t>🔑 khulna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715000"/>
            <a:ext cx="10698480" cy="685800"/>
          </a:xfrm>
          <a:prstGeom prst="roundRect">
            <a:avLst/>
          </a:prstGeom>
          <a:solidFill>
            <a:srgbClr val="EEF2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4F46E5"/>
                </a:solidFill>
              </a:defRPr>
            </a:pPr>
            <a:r>
              <a:t>🎯 সিস্টেমের মূল বৈশিষ্ট্য: ১০টি কাউন্টারের নিজস্ব সেলস অফিসার কেবল তাদের কাউন্টারের বাসের তথ্য ও টিকেট ম্যানেজ করবেন, আর সেন্ট্রাল অ্যাডমিন ১০টি কাউন্টারের সামগ্রিক গতিবিধি এক নজরে তদারকি করবেন।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AUTHENTICATION PORTAL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</a:defRPr>
            </a:pPr>
            <a:r>
              <a:t>লগইন সিস্টেম ও ১০টি কাউন্টারের আলাদা ক্রেডেনশিয়াল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সেন্ট্রাল অ্যাডমিন ও প্রতিটি টার্মিনালের জন্য সম্পূর্ণ পৃথক এবং নিরাপদ লগইন সুবিধা</a:t>
            </a:r>
          </a:p>
        </p:txBody>
      </p:sp>
      <p:pic>
        <p:nvPicPr>
          <p:cNvPr id="4" name="Picture 3" descr="02_login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🔐 Role-Based Access Control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সুপার অ্যাডমিন এবং কাউন্টার সেলসের জন্য আলাদা দুটি লগইন গেটওয়ে।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🏢 10 Independent Credentials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১০টি কাউন্টারের জন্য ১০টি নিজস্ব ইমেইল ও পাসওয়ার্ড সেট করা রয়েছে (যেমন: sayedabad@buscentral.com, khulna@buscentral.com)।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⚡ 1-Click Fast Demo Testing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কাউন্টার ড্রপডাউন সিলেক্ট করলেই স্বয়ংক্রিয়ভাবে সঠিক ক্রেডেনশিয়াল ফিল হয়ে যায় এবং এক ক্লিকেই লগইন করা যায়।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🔄 Smart Dashboard Routing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লগইন সফল হলে অ্যাডমিনকে নিয়ে যায় সেন্ট্রাল ড্যাশবোর্ডে এবং সেলস অফিসারকে তাদের নির্দিষ্ট কাউন্টার ডেস্কে।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👁️ Security &amp; Visibility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পাসওয়ার্ড শো/হাইড টগল ও রিমেম্বার-মি অপশন সহ রেসপন্সিভ ডিজাইন।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SUPER ADMIN DASHBOARD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</a:defRPr>
            </a:pPr>
            <a:r>
              <a:t>সুপার অ্যাডমিন সেন্ট্রাল মনিটরিং ড্যাশবোর্ড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সারাদেশের ১০টি কাউন্টারে আজ কয়টি বাস গেল, কখন গেল এবং কতটি সিট খালি আছে তার লাইভ কন্ট্রোল রুম</a:t>
            </a:r>
          </a:p>
        </p:txBody>
      </p:sp>
      <p:pic>
        <p:nvPicPr>
          <p:cNvPr id="4" name="Picture 3" descr="03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675120" cy="417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64592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📊 4 Real-Time Fleet Metrics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আজকের মোট বাস, ছেড়ে যাওয়া বাস (Departed), বোর্ডিং (Boarding) এবং মোট খালি সিটের লাইভ পরিসংখ্যান।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🏢 10 Terminals Live Grid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প্রতিটি কাউন্টারের জন্য আলাদা স্ট্যাটাস কার্ড—যেখানে পরবর্তী বাস ছাড়ার সময়, গন্তব্য ও খালি সিট স্পষ্ট দেখা যায়।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🚌 Nationwide Trips Audit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সারাদেশের যেকোনো বাসের নম্বর, সময়, মোট সিট, বুকড সিট ও ভাড়া সরাসরি নজরদারি করার সুবিধা।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🔍 Quick Filter &amp; Search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কাউন্টার সিলেক্ট করে ফিল্টার করা এবং বাস নম্বর বা গন্তব্য সার্চ করে তাৎক্ষণিক তথ্য পাওয়া।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💰 Revenue Supervision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সব ১০টি কাউন্টার মিলিয়ে মোট কত টাকার টিকেট বিক্রি হলো তার কেন্দ্রীয় রাজস্ব নিরীক্ষা।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LIVE SEAT AVAILABILITY AUDIT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</a:defRPr>
            </a:pPr>
            <a:r>
              <a:t>বাসের খালি সিট ও বাস্তবসম্মত আসন বিন্যাস অডিট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কোন বাসে কতটি সিট খালি আছে (Empty Seats) তা ২x২ ফিজিক্যাল সিট ম্যাপে সরাসরি দেখার ব্যবস্থা</a:t>
            </a:r>
          </a:p>
        </p:txBody>
      </p:sp>
      <p:pic>
        <p:nvPicPr>
          <p:cNvPr id="4" name="Picture 3" descr="04_admin_sea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77348" y="1645920"/>
            <a:ext cx="3252651" cy="3942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rPr dirty="0"/>
              <a:t>💺 </a:t>
            </a:r>
            <a:r>
              <a:rPr dirty="0" err="1"/>
              <a:t>বাস্তবসম্মত</a:t>
            </a:r>
            <a:r>
              <a:rPr dirty="0"/>
              <a:t> ২x২ </a:t>
            </a:r>
            <a:r>
              <a:rPr dirty="0" err="1"/>
              <a:t>বাস</a:t>
            </a:r>
            <a:r>
              <a:rPr dirty="0"/>
              <a:t> </a:t>
            </a:r>
            <a:r>
              <a:rPr dirty="0" err="1"/>
              <a:t>সিট</a:t>
            </a:r>
            <a:r>
              <a:rPr dirty="0"/>
              <a:t> </a:t>
            </a:r>
            <a:r>
              <a:rPr dirty="0" err="1"/>
              <a:t>প্ল্যান</a:t>
            </a:r>
            <a:r>
              <a:rPr dirty="0"/>
              <a:t> (Physical Bus Layout)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rPr dirty="0" err="1"/>
              <a:t>সামনের</a:t>
            </a:r>
            <a:r>
              <a:rPr dirty="0"/>
              <a:t> </a:t>
            </a:r>
            <a:r>
              <a:rPr dirty="0" err="1"/>
              <a:t>ড্রাইভার</a:t>
            </a:r>
            <a:r>
              <a:rPr dirty="0"/>
              <a:t> </a:t>
            </a:r>
            <a:r>
              <a:rPr dirty="0" err="1"/>
              <a:t>কেবিন</a:t>
            </a:r>
            <a:r>
              <a:rPr dirty="0"/>
              <a:t>, </a:t>
            </a:r>
            <a:r>
              <a:rPr dirty="0" err="1"/>
              <a:t>প্রবেশদ্বার</a:t>
            </a:r>
            <a:r>
              <a:rPr dirty="0"/>
              <a:t> (Door), </a:t>
            </a:r>
            <a:r>
              <a:rPr dirty="0" err="1"/>
              <a:t>মাঝখানের</a:t>
            </a:r>
            <a:r>
              <a:rPr dirty="0"/>
              <a:t> </a:t>
            </a:r>
            <a:r>
              <a:rPr dirty="0" err="1"/>
              <a:t>চলাচলের</a:t>
            </a:r>
            <a:r>
              <a:rPr dirty="0"/>
              <a:t> </a:t>
            </a:r>
            <a:r>
              <a:rPr dirty="0" err="1"/>
              <a:t>আইল</a:t>
            </a:r>
            <a:r>
              <a:rPr dirty="0"/>
              <a:t> (Aisle) </a:t>
            </a:r>
            <a:r>
              <a:rPr dirty="0" err="1"/>
              <a:t>এবং</a:t>
            </a:r>
            <a:r>
              <a:rPr dirty="0"/>
              <a:t> </a:t>
            </a:r>
            <a:r>
              <a:rPr dirty="0" err="1"/>
              <a:t>পিছনের</a:t>
            </a:r>
            <a:r>
              <a:rPr dirty="0"/>
              <a:t> </a:t>
            </a:r>
            <a:r>
              <a:rPr dirty="0" err="1"/>
              <a:t>ইঞ্জিন</a:t>
            </a:r>
            <a:r>
              <a:rPr dirty="0"/>
              <a:t> </a:t>
            </a:r>
            <a:r>
              <a:rPr dirty="0" err="1"/>
              <a:t>ক্যাবিন</a:t>
            </a:r>
            <a:r>
              <a:rPr dirty="0"/>
              <a:t> </a:t>
            </a:r>
            <a:r>
              <a:rPr dirty="0" err="1"/>
              <a:t>সহ</a:t>
            </a:r>
            <a:r>
              <a:rPr dirty="0"/>
              <a:t> </a:t>
            </a:r>
            <a:r>
              <a:rPr dirty="0" err="1"/>
              <a:t>নিখুঁত</a:t>
            </a:r>
            <a:r>
              <a:rPr dirty="0"/>
              <a:t> </a:t>
            </a:r>
            <a:r>
              <a:rPr dirty="0" err="1"/>
              <a:t>লেআউট</a:t>
            </a:r>
            <a:r>
              <a:rPr dirty="0"/>
              <a:t>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rPr dirty="0" err="1" smtClean="0"/>
              <a:t>সবুজ</a:t>
            </a:r>
            <a:r>
              <a:rPr dirty="0" smtClean="0"/>
              <a:t> </a:t>
            </a:r>
            <a:r>
              <a:rPr dirty="0" err="1"/>
              <a:t>রঙ</a:t>
            </a:r>
            <a:r>
              <a:rPr dirty="0"/>
              <a:t> = </a:t>
            </a:r>
            <a:r>
              <a:rPr dirty="0" err="1"/>
              <a:t>খালি</a:t>
            </a:r>
            <a:r>
              <a:rPr dirty="0"/>
              <a:t> </a:t>
            </a:r>
            <a:r>
              <a:rPr dirty="0" err="1"/>
              <a:t>সিট</a:t>
            </a:r>
            <a:r>
              <a:rPr dirty="0"/>
              <a:t> (Available Seats)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rPr dirty="0" err="1"/>
              <a:t>যেসব</a:t>
            </a:r>
            <a:r>
              <a:rPr dirty="0"/>
              <a:t> </a:t>
            </a:r>
            <a:r>
              <a:rPr dirty="0" err="1"/>
              <a:t>সিট</a:t>
            </a:r>
            <a:r>
              <a:rPr dirty="0"/>
              <a:t> </a:t>
            </a:r>
            <a:r>
              <a:rPr dirty="0" err="1"/>
              <a:t>এখনও</a:t>
            </a:r>
            <a:r>
              <a:rPr dirty="0"/>
              <a:t> </a:t>
            </a:r>
            <a:r>
              <a:rPr dirty="0" err="1"/>
              <a:t>বিক্রি</a:t>
            </a:r>
            <a:r>
              <a:rPr dirty="0"/>
              <a:t> </a:t>
            </a:r>
            <a:r>
              <a:rPr dirty="0" err="1"/>
              <a:t>হয়নি</a:t>
            </a:r>
            <a:r>
              <a:rPr dirty="0"/>
              <a:t> </a:t>
            </a:r>
            <a:r>
              <a:rPr dirty="0" err="1"/>
              <a:t>বা</a:t>
            </a:r>
            <a:r>
              <a:rPr dirty="0"/>
              <a:t> </a:t>
            </a:r>
            <a:r>
              <a:rPr dirty="0" err="1"/>
              <a:t>যাত্রী</a:t>
            </a:r>
            <a:r>
              <a:rPr dirty="0"/>
              <a:t> </a:t>
            </a:r>
            <a:r>
              <a:rPr dirty="0" err="1"/>
              <a:t>উঠেনি</a:t>
            </a:r>
            <a:r>
              <a:rPr dirty="0"/>
              <a:t> </a:t>
            </a:r>
            <a:r>
              <a:rPr dirty="0" err="1"/>
              <a:t>তা</a:t>
            </a:r>
            <a:r>
              <a:rPr dirty="0"/>
              <a:t> </a:t>
            </a:r>
            <a:r>
              <a:rPr dirty="0" err="1"/>
              <a:t>গাঢ়</a:t>
            </a:r>
            <a:r>
              <a:rPr dirty="0"/>
              <a:t> </a:t>
            </a:r>
            <a:r>
              <a:rPr dirty="0" err="1"/>
              <a:t>সবুজ</a:t>
            </a:r>
            <a:r>
              <a:rPr dirty="0"/>
              <a:t> </a:t>
            </a:r>
            <a:r>
              <a:rPr dirty="0" err="1"/>
              <a:t>ব্যাজে</a:t>
            </a:r>
            <a:r>
              <a:rPr dirty="0"/>
              <a:t> </a:t>
            </a:r>
            <a:r>
              <a:rPr dirty="0" err="1"/>
              <a:t>দৃশ্যমান</a:t>
            </a:r>
            <a:r>
              <a:rPr dirty="0"/>
              <a:t> </a:t>
            </a:r>
            <a:r>
              <a:rPr dirty="0" err="1"/>
              <a:t>থাকে</a:t>
            </a:r>
            <a:r>
              <a:rPr dirty="0"/>
              <a:t>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rPr dirty="0"/>
              <a:t>🔴 </a:t>
            </a:r>
            <a:r>
              <a:rPr dirty="0" err="1"/>
              <a:t>লাল</a:t>
            </a:r>
            <a:r>
              <a:rPr dirty="0"/>
              <a:t> </a:t>
            </a:r>
            <a:r>
              <a:rPr dirty="0" err="1"/>
              <a:t>রঙ</a:t>
            </a:r>
            <a:r>
              <a:rPr dirty="0"/>
              <a:t> = </a:t>
            </a:r>
            <a:r>
              <a:rPr dirty="0" err="1"/>
              <a:t>বুকড</a:t>
            </a:r>
            <a:r>
              <a:rPr dirty="0"/>
              <a:t> </a:t>
            </a:r>
            <a:r>
              <a:rPr dirty="0" err="1"/>
              <a:t>সিট</a:t>
            </a:r>
            <a:r>
              <a:rPr dirty="0"/>
              <a:t> (Booked Passengers)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rPr dirty="0" err="1"/>
              <a:t>যাত্রী</a:t>
            </a:r>
            <a:r>
              <a:rPr dirty="0"/>
              <a:t> </a:t>
            </a:r>
            <a:r>
              <a:rPr dirty="0" err="1"/>
              <a:t>কনফার্ম</a:t>
            </a:r>
            <a:r>
              <a:rPr dirty="0"/>
              <a:t> </a:t>
            </a:r>
            <a:r>
              <a:rPr dirty="0" err="1"/>
              <a:t>হওয়া</a:t>
            </a:r>
            <a:r>
              <a:rPr dirty="0"/>
              <a:t> </a:t>
            </a:r>
            <a:r>
              <a:rPr dirty="0" err="1"/>
              <a:t>সিটগুলো</a:t>
            </a:r>
            <a:r>
              <a:rPr dirty="0"/>
              <a:t> </a:t>
            </a:r>
            <a:r>
              <a:rPr dirty="0" err="1"/>
              <a:t>তাৎক্ষণিকভাবে</a:t>
            </a:r>
            <a:r>
              <a:rPr dirty="0"/>
              <a:t> </a:t>
            </a:r>
            <a:r>
              <a:rPr dirty="0" err="1"/>
              <a:t>লাল</a:t>
            </a:r>
            <a:r>
              <a:rPr dirty="0"/>
              <a:t> </a:t>
            </a:r>
            <a:r>
              <a:rPr dirty="0" err="1"/>
              <a:t>রঙে</a:t>
            </a:r>
            <a:r>
              <a:rPr dirty="0"/>
              <a:t> </a:t>
            </a:r>
            <a:r>
              <a:rPr dirty="0" err="1"/>
              <a:t>রূপান্তরিত</a:t>
            </a:r>
            <a:r>
              <a:rPr dirty="0"/>
              <a:t> </a:t>
            </a:r>
            <a:r>
              <a:rPr dirty="0" err="1"/>
              <a:t>হয়</a:t>
            </a:r>
            <a:r>
              <a:rPr dirty="0"/>
              <a:t>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rPr dirty="0"/>
              <a:t>🔎 </a:t>
            </a:r>
            <a:r>
              <a:rPr dirty="0" err="1"/>
              <a:t>বাস</a:t>
            </a:r>
            <a:r>
              <a:rPr dirty="0"/>
              <a:t> </a:t>
            </a:r>
            <a:r>
              <a:rPr dirty="0" err="1"/>
              <a:t>ভিত্তিক</a:t>
            </a:r>
            <a:r>
              <a:rPr dirty="0"/>
              <a:t> </a:t>
            </a:r>
            <a:r>
              <a:rPr dirty="0" err="1"/>
              <a:t>স্বচ্ছতা</a:t>
            </a:r>
            <a:r>
              <a:rPr dirty="0"/>
              <a:t> (Total Transparency)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rPr dirty="0" err="1"/>
              <a:t>অ্যাডমিন</a:t>
            </a:r>
            <a:r>
              <a:rPr dirty="0"/>
              <a:t> ১০টি </a:t>
            </a:r>
            <a:r>
              <a:rPr dirty="0" err="1"/>
              <a:t>কাউন্টারের</a:t>
            </a:r>
            <a:r>
              <a:rPr dirty="0"/>
              <a:t> </a:t>
            </a:r>
            <a:r>
              <a:rPr dirty="0" err="1"/>
              <a:t>যেকোনো</a:t>
            </a:r>
            <a:r>
              <a:rPr dirty="0"/>
              <a:t> </a:t>
            </a:r>
            <a:r>
              <a:rPr dirty="0" err="1"/>
              <a:t>বাসের</a:t>
            </a:r>
            <a:r>
              <a:rPr dirty="0"/>
              <a:t> '</a:t>
            </a:r>
            <a:r>
              <a:rPr dirty="0" err="1"/>
              <a:t>সিট</a:t>
            </a:r>
            <a:r>
              <a:rPr dirty="0"/>
              <a:t> </a:t>
            </a:r>
            <a:r>
              <a:rPr dirty="0" err="1"/>
              <a:t>দেখুন</a:t>
            </a:r>
            <a:r>
              <a:rPr dirty="0"/>
              <a:t>' </a:t>
            </a:r>
            <a:r>
              <a:rPr dirty="0" err="1"/>
              <a:t>বাটনে</a:t>
            </a:r>
            <a:r>
              <a:rPr dirty="0"/>
              <a:t> </a:t>
            </a:r>
            <a:r>
              <a:rPr dirty="0" err="1"/>
              <a:t>ক্লিক</a:t>
            </a:r>
            <a:r>
              <a:rPr dirty="0"/>
              <a:t> </a:t>
            </a:r>
            <a:r>
              <a:rPr dirty="0" err="1"/>
              <a:t>করলেই</a:t>
            </a:r>
            <a:r>
              <a:rPr dirty="0"/>
              <a:t> </a:t>
            </a:r>
            <a:r>
              <a:rPr dirty="0" err="1"/>
              <a:t>এই</a:t>
            </a:r>
            <a:r>
              <a:rPr dirty="0"/>
              <a:t> </a:t>
            </a:r>
            <a:r>
              <a:rPr dirty="0" err="1"/>
              <a:t>পপআপ</a:t>
            </a:r>
            <a:r>
              <a:rPr dirty="0"/>
              <a:t> </a:t>
            </a:r>
            <a:r>
              <a:rPr dirty="0" err="1"/>
              <a:t>ওপেন</a:t>
            </a:r>
            <a:r>
              <a:rPr dirty="0"/>
              <a:t> </a:t>
            </a:r>
            <a:r>
              <a:rPr dirty="0" err="1"/>
              <a:t>হয়ে</a:t>
            </a:r>
            <a:r>
              <a:rPr dirty="0"/>
              <a:t> </a:t>
            </a:r>
            <a:r>
              <a:rPr dirty="0" err="1"/>
              <a:t>যায়</a:t>
            </a:r>
            <a:r>
              <a:rPr dirty="0"/>
              <a:t>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rPr dirty="0"/>
              <a:t>📈 </a:t>
            </a:r>
            <a:r>
              <a:rPr dirty="0" err="1"/>
              <a:t>নো-মোর</a:t>
            </a:r>
            <a:r>
              <a:rPr dirty="0"/>
              <a:t> </a:t>
            </a:r>
            <a:r>
              <a:rPr dirty="0" err="1"/>
              <a:t>কলিং</a:t>
            </a:r>
            <a:r>
              <a:rPr dirty="0"/>
              <a:t> </a:t>
            </a:r>
            <a:r>
              <a:rPr dirty="0" err="1"/>
              <a:t>কাউন্টার</a:t>
            </a:r>
            <a:r>
              <a:rPr dirty="0"/>
              <a:t> </a:t>
            </a:r>
            <a:r>
              <a:rPr dirty="0" err="1"/>
              <a:t>ম্যানেজার</a:t>
            </a:r>
            <a:endParaRPr dirty="0"/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rPr dirty="0" err="1"/>
              <a:t>কাউন্টার</a:t>
            </a:r>
            <a:r>
              <a:rPr dirty="0"/>
              <a:t> </a:t>
            </a:r>
            <a:r>
              <a:rPr dirty="0" err="1"/>
              <a:t>ম্যানেজারের</a:t>
            </a:r>
            <a:r>
              <a:rPr dirty="0"/>
              <a:t> </a:t>
            </a:r>
            <a:r>
              <a:rPr dirty="0" err="1"/>
              <a:t>সাথে</a:t>
            </a:r>
            <a:r>
              <a:rPr dirty="0"/>
              <a:t> </a:t>
            </a:r>
            <a:r>
              <a:rPr dirty="0" err="1"/>
              <a:t>বারবার</a:t>
            </a:r>
            <a:r>
              <a:rPr dirty="0"/>
              <a:t> </a:t>
            </a:r>
            <a:r>
              <a:rPr dirty="0" err="1"/>
              <a:t>ফোনে</a:t>
            </a:r>
            <a:r>
              <a:rPr dirty="0"/>
              <a:t> </a:t>
            </a:r>
            <a:r>
              <a:rPr dirty="0" err="1"/>
              <a:t>কথা</a:t>
            </a:r>
            <a:r>
              <a:rPr dirty="0"/>
              <a:t> </a:t>
            </a:r>
            <a:r>
              <a:rPr dirty="0" err="1"/>
              <a:t>না</a:t>
            </a:r>
            <a:r>
              <a:rPr dirty="0"/>
              <a:t> </a:t>
            </a:r>
            <a:r>
              <a:rPr dirty="0" err="1"/>
              <a:t>বলেই</a:t>
            </a:r>
            <a:r>
              <a:rPr dirty="0"/>
              <a:t> </a:t>
            </a:r>
            <a:r>
              <a:rPr dirty="0" err="1"/>
              <a:t>সেন্ট্রাল</a:t>
            </a:r>
            <a:r>
              <a:rPr dirty="0"/>
              <a:t> </a:t>
            </a:r>
            <a:r>
              <a:rPr dirty="0" err="1"/>
              <a:t>হেডকোয়ার্টার</a:t>
            </a:r>
            <a:r>
              <a:rPr dirty="0"/>
              <a:t> </a:t>
            </a:r>
            <a:r>
              <a:rPr dirty="0" err="1"/>
              <a:t>থেকেই</a:t>
            </a:r>
            <a:r>
              <a:rPr dirty="0"/>
              <a:t> </a:t>
            </a:r>
            <a:r>
              <a:rPr dirty="0" err="1"/>
              <a:t>পুরো</a:t>
            </a:r>
            <a:r>
              <a:rPr dirty="0"/>
              <a:t> </a:t>
            </a:r>
            <a:r>
              <a:rPr dirty="0" err="1"/>
              <a:t>বাসের</a:t>
            </a:r>
            <a:r>
              <a:rPr dirty="0"/>
              <a:t> </a:t>
            </a:r>
            <a:r>
              <a:rPr dirty="0" err="1"/>
              <a:t>আসন</a:t>
            </a:r>
            <a:r>
              <a:rPr dirty="0"/>
              <a:t> </a:t>
            </a:r>
            <a:r>
              <a:rPr dirty="0" err="1"/>
              <a:t>অবস্থা</a:t>
            </a:r>
            <a:r>
              <a:rPr dirty="0"/>
              <a:t> </a:t>
            </a:r>
            <a:r>
              <a:rPr dirty="0" err="1"/>
              <a:t>নিশ্চিত</a:t>
            </a:r>
            <a:r>
              <a:rPr dirty="0"/>
              <a:t> </a:t>
            </a:r>
            <a:r>
              <a:rPr dirty="0" err="1"/>
              <a:t>হওয়া</a:t>
            </a:r>
            <a:r>
              <a:rPr dirty="0"/>
              <a:t> </a:t>
            </a:r>
            <a:r>
              <a:rPr dirty="0" err="1"/>
              <a:t>যায়</a:t>
            </a:r>
            <a:r>
              <a:rPr dirty="0"/>
              <a:t>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TERMINAL SALES PORTAL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</a:defRPr>
            </a:pPr>
            <a:r>
              <a:t>কাউন্টার সেলস ড্যাশবোর্ড ও বাস ট্রিপ সিডিউল (CRUD)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লগইনকৃত নির্দিষ্ট কাউন্টারের জন্য সম্পূর্ণ পৃথক ওয়ার্কস্পেস ও বাস ট্রিপ নিয়ন্ত্রণ</a:t>
            </a:r>
          </a:p>
        </p:txBody>
      </p:sp>
      <p:pic>
        <p:nvPicPr>
          <p:cNvPr id="4" name="Picture 3" descr="05_sale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675120" cy="417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64592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🏢 কাউন্টার স্পেসিফিক ডেস্ক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লগইন করার সাথে সাথে সংশ্লিষ্ট কাউন্টারের নাম (যেমন: সায়েদাবাদ), কোড (SAY-02) ও ফোন নম্বর লোড হয়।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➕ নতুন বাস শিডিউল যোগ (Add Trip)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কাউন্টার থেকে ছেড়ে যাওয়া নতুন বাসের নম্বর, রুট, সময়, মোট সিট, ড্রাইভার ও ভাড়া যোগ করার ফরম।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✏️ বাসের তথ্য এডিট (Edit Bus Info)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ভাড়ার পরিবর্তন, ছাড়ার সময় পুনঃনির্ধারণ বা ড্রাইভার পরিবর্তনের পূর্ণ স্বাধীনতা।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🗑️ ট্রিপ বাতিল বা ডিলিট (Delete Trip)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কোনো ট্রিপ বাতিল হলে তৎক্ষণাৎ তা ডিলিট করা যায় এবং অ্যাডমিনের কাছেও রিয়েল-টাইমে আপডেট হয়।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💵 নিজস্ব কাউন্টার ক্যাশ কালেকশন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আজকে এই কাউন্টার থেকে মোট কত টাকা আয় হলো তার স্বচ্ছ হিসাব।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POINT OF SALE (POS)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</a:defRPr>
            </a:pPr>
            <a:r>
              <a:t>লাইভ সিট বুকিং ও প্যাসেঞ্জার এসাইনমেন্ট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সিটে ক্লিক করে যাত্রীর নাম ও মোবাইল নম্বর দিয়ে সেকেন্ডের মধ্যে টিকেট ইস্যু</a:t>
            </a:r>
          </a:p>
        </p:txBody>
      </p:sp>
      <p:pic>
        <p:nvPicPr>
          <p:cNvPr id="4" name="Picture 3" descr="06_sales_seat_boo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675120" cy="417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64592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🎯 ইন্টার-অ্যাক্টিভ সিট ক্লিক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সেলস অফিসার বাসের খালি সিটে (A1, B2 ইত্যাদি) সরাসরি ক্লিক করে বুকিং উইন্ডো ওপেন করতে পারেন।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👤 যাত্রীর নাম ও মোবাইল এন্ট্রি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যাত্রীর নাম ও ফোন নম্বর ইনপুট দেওয়ার সাথে সাথে সিটটি তার নামে লক হয়ে যায়।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⚡ ইনস্ট্যান্ট সিট রিলিজ / ক্যানসেল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যাত্রী যাত্রা বাতিল করলে বুকড সিটে ক্লিক করে এক ক্লিকেই সিট খালি করা যায়।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🔄 কাউন্টার ট্রিপ ফিল্টারিং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বাম পাশের বাস লিস্ট থেকে যেকোনো বাস নির্বাচন করে তার আলাদা সিট লেআউট দেখা যায়।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🛡️ ডাটা ইন্টিগ্রিটি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একই সিট ডাবল বুকিং হওয়ার কোনো সুযোগ নেই।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PRINTABLE TICKET &amp; MANIFEST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</a:defRPr>
            </a:pPr>
            <a:r>
              <a:t>স্বয়ংক্রিয় টিকেট রিসিপ্ট ও প্যাসেঞ্জার ম্যানিফেস্ট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বুকিং নিশ্চিত হওয়ার সাথে সাথে প্রিন্টযোগ্য ডিজিটাল রিসিট ও যাত্রীদের রেজিস্টার</a:t>
            </a:r>
          </a:p>
        </p:txBody>
      </p:sp>
      <p:pic>
        <p:nvPicPr>
          <p:cNvPr id="4" name="Picture 3" descr="07_sales_ticket_recei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47016" y="1645920"/>
            <a:ext cx="3182983" cy="3803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rPr dirty="0"/>
              <a:t>🎫 </a:t>
            </a:r>
            <a:r>
              <a:rPr dirty="0" err="1"/>
              <a:t>স্বয়ংক্রিয়</a:t>
            </a:r>
            <a:r>
              <a:rPr dirty="0"/>
              <a:t> </a:t>
            </a:r>
            <a:r>
              <a:rPr dirty="0" err="1"/>
              <a:t>ইউনিক</a:t>
            </a:r>
            <a:r>
              <a:rPr dirty="0"/>
              <a:t> </a:t>
            </a:r>
            <a:r>
              <a:rPr dirty="0" err="1"/>
              <a:t>টিকেট</a:t>
            </a:r>
            <a:r>
              <a:rPr dirty="0"/>
              <a:t> </a:t>
            </a:r>
            <a:r>
              <a:rPr dirty="0" err="1"/>
              <a:t>নম্বর</a:t>
            </a:r>
            <a:r>
              <a:rPr dirty="0"/>
              <a:t> (e.g. TKT-7821)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rPr dirty="0" err="1"/>
              <a:t>প্রতিটি</a:t>
            </a:r>
            <a:r>
              <a:rPr dirty="0"/>
              <a:t> </a:t>
            </a:r>
            <a:r>
              <a:rPr dirty="0" err="1"/>
              <a:t>সফল</a:t>
            </a:r>
            <a:r>
              <a:rPr dirty="0"/>
              <a:t> </a:t>
            </a:r>
            <a:r>
              <a:rPr dirty="0" err="1"/>
              <a:t>বুকিংয়ে</a:t>
            </a:r>
            <a:r>
              <a:rPr dirty="0"/>
              <a:t> </a:t>
            </a:r>
            <a:r>
              <a:rPr dirty="0" err="1"/>
              <a:t>স্বয়ংক্রিয়ভাবে</a:t>
            </a:r>
            <a:r>
              <a:rPr dirty="0"/>
              <a:t> </a:t>
            </a:r>
            <a:r>
              <a:rPr dirty="0" err="1"/>
              <a:t>অদ্বিতীয়</a:t>
            </a:r>
            <a:r>
              <a:rPr dirty="0"/>
              <a:t> </a:t>
            </a:r>
            <a:r>
              <a:rPr dirty="0" err="1"/>
              <a:t>টিকেট</a:t>
            </a:r>
            <a:r>
              <a:rPr dirty="0"/>
              <a:t> </a:t>
            </a:r>
            <a:r>
              <a:rPr dirty="0" err="1"/>
              <a:t>আইডি</a:t>
            </a:r>
            <a:r>
              <a:rPr dirty="0"/>
              <a:t> </a:t>
            </a:r>
            <a:r>
              <a:rPr dirty="0" err="1"/>
              <a:t>তৈরি</a:t>
            </a:r>
            <a:r>
              <a:rPr dirty="0"/>
              <a:t> </a:t>
            </a:r>
            <a:r>
              <a:rPr dirty="0" err="1"/>
              <a:t>হয়</a:t>
            </a:r>
            <a:r>
              <a:rPr dirty="0"/>
              <a:t>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rPr dirty="0"/>
              <a:t>📄 </a:t>
            </a:r>
            <a:r>
              <a:rPr dirty="0" err="1"/>
              <a:t>সম্পূর্ণ</a:t>
            </a:r>
            <a:r>
              <a:rPr dirty="0"/>
              <a:t> </a:t>
            </a:r>
            <a:r>
              <a:rPr dirty="0" err="1"/>
              <a:t>ভ্রমণের</a:t>
            </a:r>
            <a:r>
              <a:rPr dirty="0"/>
              <a:t> </a:t>
            </a:r>
            <a:r>
              <a:rPr dirty="0" err="1"/>
              <a:t>বিবরণ</a:t>
            </a:r>
            <a:r>
              <a:rPr dirty="0"/>
              <a:t> </a:t>
            </a:r>
            <a:r>
              <a:rPr dirty="0" err="1"/>
              <a:t>সমৃদ্ধ</a:t>
            </a:r>
            <a:r>
              <a:rPr dirty="0"/>
              <a:t> </a:t>
            </a:r>
            <a:r>
              <a:rPr dirty="0" err="1"/>
              <a:t>রিসিট</a:t>
            </a:r>
            <a:endParaRPr dirty="0"/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rPr dirty="0" err="1"/>
              <a:t>কাউন্টার</a:t>
            </a:r>
            <a:r>
              <a:rPr dirty="0"/>
              <a:t> </a:t>
            </a:r>
            <a:r>
              <a:rPr dirty="0" err="1"/>
              <a:t>নাম</a:t>
            </a:r>
            <a:r>
              <a:rPr dirty="0"/>
              <a:t>, </a:t>
            </a:r>
            <a:r>
              <a:rPr dirty="0" err="1"/>
              <a:t>বাসের</a:t>
            </a:r>
            <a:r>
              <a:rPr dirty="0"/>
              <a:t> </a:t>
            </a:r>
            <a:r>
              <a:rPr dirty="0" err="1"/>
              <a:t>নম্বর</a:t>
            </a:r>
            <a:r>
              <a:rPr dirty="0"/>
              <a:t>, </a:t>
            </a:r>
            <a:r>
              <a:rPr dirty="0" err="1"/>
              <a:t>গন্তব্য</a:t>
            </a:r>
            <a:r>
              <a:rPr dirty="0"/>
              <a:t>, </a:t>
            </a:r>
            <a:r>
              <a:rPr dirty="0" err="1"/>
              <a:t>ছাড়ার</a:t>
            </a:r>
            <a:r>
              <a:rPr dirty="0"/>
              <a:t> </a:t>
            </a:r>
            <a:r>
              <a:rPr dirty="0" err="1"/>
              <a:t>নির্ধারিত</a:t>
            </a:r>
            <a:r>
              <a:rPr dirty="0"/>
              <a:t> </a:t>
            </a:r>
            <a:r>
              <a:rPr dirty="0" err="1"/>
              <a:t>সময়</a:t>
            </a:r>
            <a:r>
              <a:rPr dirty="0"/>
              <a:t>, </a:t>
            </a:r>
            <a:r>
              <a:rPr dirty="0" err="1"/>
              <a:t>সিট</a:t>
            </a:r>
            <a:r>
              <a:rPr dirty="0"/>
              <a:t> </a:t>
            </a:r>
            <a:r>
              <a:rPr dirty="0" err="1"/>
              <a:t>নম্বর</a:t>
            </a:r>
            <a:r>
              <a:rPr dirty="0"/>
              <a:t> </a:t>
            </a:r>
            <a:r>
              <a:rPr dirty="0" err="1"/>
              <a:t>এবং</a:t>
            </a:r>
            <a:r>
              <a:rPr dirty="0"/>
              <a:t> </a:t>
            </a:r>
            <a:r>
              <a:rPr dirty="0" err="1"/>
              <a:t>ভাড়া</a:t>
            </a:r>
            <a:r>
              <a:rPr dirty="0"/>
              <a:t> </a:t>
            </a:r>
            <a:r>
              <a:rPr dirty="0" err="1"/>
              <a:t>পরিষ্কারভাবে</a:t>
            </a:r>
            <a:r>
              <a:rPr dirty="0"/>
              <a:t> </a:t>
            </a:r>
            <a:r>
              <a:rPr dirty="0" err="1"/>
              <a:t>মুদ্রিত</a:t>
            </a:r>
            <a:r>
              <a:rPr dirty="0"/>
              <a:t> </a:t>
            </a:r>
            <a:r>
              <a:rPr dirty="0" err="1"/>
              <a:t>থাকে</a:t>
            </a:r>
            <a:r>
              <a:rPr dirty="0"/>
              <a:t>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rPr dirty="0" smtClean="0"/>
              <a:t>🖨১-ক্লিক </a:t>
            </a:r>
            <a:r>
              <a:rPr dirty="0" err="1"/>
              <a:t>থার্মাল</a:t>
            </a:r>
            <a:r>
              <a:rPr dirty="0"/>
              <a:t> / </a:t>
            </a:r>
            <a:r>
              <a:rPr dirty="0" err="1"/>
              <a:t>পেপার</a:t>
            </a:r>
            <a:r>
              <a:rPr dirty="0"/>
              <a:t> </a:t>
            </a:r>
            <a:r>
              <a:rPr dirty="0" err="1"/>
              <a:t>প্রিন্টিং</a:t>
            </a:r>
            <a:endParaRPr dirty="0"/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rPr dirty="0"/>
              <a:t>'</a:t>
            </a:r>
            <a:r>
              <a:rPr dirty="0" err="1"/>
              <a:t>প্রিন্ট</a:t>
            </a:r>
            <a:r>
              <a:rPr dirty="0"/>
              <a:t> </a:t>
            </a:r>
            <a:r>
              <a:rPr dirty="0" err="1"/>
              <a:t>করুন</a:t>
            </a:r>
            <a:r>
              <a:rPr dirty="0"/>
              <a:t>' </a:t>
            </a:r>
            <a:r>
              <a:rPr dirty="0" err="1"/>
              <a:t>বাটনে</a:t>
            </a:r>
            <a:r>
              <a:rPr dirty="0"/>
              <a:t> </a:t>
            </a:r>
            <a:r>
              <a:rPr dirty="0" err="1"/>
              <a:t>ক্লিক</a:t>
            </a:r>
            <a:r>
              <a:rPr dirty="0"/>
              <a:t> </a:t>
            </a:r>
            <a:r>
              <a:rPr dirty="0" err="1"/>
              <a:t>করলেই</a:t>
            </a:r>
            <a:r>
              <a:rPr dirty="0"/>
              <a:t> </a:t>
            </a:r>
            <a:r>
              <a:rPr dirty="0" err="1"/>
              <a:t>ব্রাউজারের</a:t>
            </a:r>
            <a:r>
              <a:rPr dirty="0"/>
              <a:t> </a:t>
            </a:r>
            <a:r>
              <a:rPr dirty="0" err="1"/>
              <a:t>প্রিন্ট</a:t>
            </a:r>
            <a:r>
              <a:rPr dirty="0"/>
              <a:t> </a:t>
            </a:r>
            <a:r>
              <a:rPr dirty="0" err="1"/>
              <a:t>ডায়ালগ</a:t>
            </a:r>
            <a:r>
              <a:rPr dirty="0"/>
              <a:t> </a:t>
            </a:r>
            <a:r>
              <a:rPr dirty="0" err="1"/>
              <a:t>ওপেন</a:t>
            </a:r>
            <a:r>
              <a:rPr dirty="0"/>
              <a:t> </a:t>
            </a:r>
            <a:r>
              <a:rPr dirty="0" err="1"/>
              <a:t>হয়</a:t>
            </a:r>
            <a:r>
              <a:rPr dirty="0"/>
              <a:t> </a:t>
            </a:r>
            <a:r>
              <a:rPr dirty="0" err="1"/>
              <a:t>এবং</a:t>
            </a:r>
            <a:r>
              <a:rPr dirty="0"/>
              <a:t> </a:t>
            </a:r>
            <a:r>
              <a:rPr dirty="0" err="1"/>
              <a:t>স্লিপ</a:t>
            </a:r>
            <a:r>
              <a:rPr dirty="0"/>
              <a:t> </a:t>
            </a:r>
            <a:r>
              <a:rPr dirty="0" err="1"/>
              <a:t>প্রিন্ট</a:t>
            </a:r>
            <a:r>
              <a:rPr dirty="0"/>
              <a:t> </a:t>
            </a:r>
            <a:r>
              <a:rPr dirty="0" err="1"/>
              <a:t>হয়ে</a:t>
            </a:r>
            <a:r>
              <a:rPr dirty="0"/>
              <a:t> </a:t>
            </a:r>
            <a:r>
              <a:rPr dirty="0" err="1"/>
              <a:t>যায়</a:t>
            </a:r>
            <a:r>
              <a:rPr dirty="0"/>
              <a:t>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rPr dirty="0"/>
              <a:t>📋 </a:t>
            </a:r>
            <a:r>
              <a:rPr dirty="0" err="1"/>
              <a:t>আজকের</a:t>
            </a:r>
            <a:r>
              <a:rPr dirty="0"/>
              <a:t> </a:t>
            </a:r>
            <a:r>
              <a:rPr dirty="0" err="1"/>
              <a:t>প্যাসেঞ্জার</a:t>
            </a:r>
            <a:r>
              <a:rPr dirty="0"/>
              <a:t> </a:t>
            </a:r>
            <a:r>
              <a:rPr dirty="0" err="1"/>
              <a:t>ম্যানিফেস্ট</a:t>
            </a:r>
            <a:r>
              <a:rPr dirty="0"/>
              <a:t> (Passenger Manifest)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rPr dirty="0" err="1"/>
              <a:t>বাস</a:t>
            </a:r>
            <a:r>
              <a:rPr dirty="0"/>
              <a:t> </a:t>
            </a:r>
            <a:r>
              <a:rPr dirty="0" err="1"/>
              <a:t>ছাড়ার</a:t>
            </a:r>
            <a:r>
              <a:rPr dirty="0"/>
              <a:t> </a:t>
            </a:r>
            <a:r>
              <a:rPr dirty="0" err="1"/>
              <a:t>আগে</a:t>
            </a:r>
            <a:r>
              <a:rPr dirty="0"/>
              <a:t> </a:t>
            </a:r>
            <a:r>
              <a:rPr dirty="0" err="1"/>
              <a:t>সব</a:t>
            </a:r>
            <a:r>
              <a:rPr dirty="0"/>
              <a:t> </a:t>
            </a:r>
            <a:r>
              <a:rPr dirty="0" err="1"/>
              <a:t>যাত্রীর</a:t>
            </a:r>
            <a:r>
              <a:rPr dirty="0"/>
              <a:t> </a:t>
            </a:r>
            <a:r>
              <a:rPr dirty="0" err="1"/>
              <a:t>নাম</a:t>
            </a:r>
            <a:r>
              <a:rPr dirty="0"/>
              <a:t> ও </a:t>
            </a:r>
            <a:r>
              <a:rPr dirty="0" err="1"/>
              <a:t>ফোনের</a:t>
            </a:r>
            <a:r>
              <a:rPr dirty="0"/>
              <a:t> </a:t>
            </a:r>
            <a:r>
              <a:rPr dirty="0" err="1"/>
              <a:t>তালিকা</a:t>
            </a:r>
            <a:r>
              <a:rPr dirty="0"/>
              <a:t> </a:t>
            </a:r>
            <a:r>
              <a:rPr dirty="0" err="1"/>
              <a:t>নিয়ে</a:t>
            </a:r>
            <a:r>
              <a:rPr dirty="0"/>
              <a:t> </a:t>
            </a:r>
            <a:r>
              <a:rPr dirty="0" err="1"/>
              <a:t>সুপারভাইজার</a:t>
            </a:r>
            <a:r>
              <a:rPr dirty="0"/>
              <a:t> </a:t>
            </a:r>
            <a:r>
              <a:rPr dirty="0" err="1"/>
              <a:t>সহজেই</a:t>
            </a:r>
            <a:r>
              <a:rPr dirty="0"/>
              <a:t> </a:t>
            </a:r>
            <a:r>
              <a:rPr dirty="0" err="1"/>
              <a:t>বোর্ডিং</a:t>
            </a:r>
            <a:r>
              <a:rPr dirty="0"/>
              <a:t> </a:t>
            </a:r>
            <a:r>
              <a:rPr dirty="0" err="1"/>
              <a:t>সম্পন্ন</a:t>
            </a:r>
            <a:r>
              <a:rPr dirty="0"/>
              <a:t> </a:t>
            </a:r>
            <a:r>
              <a:rPr dirty="0" err="1"/>
              <a:t>করতে</a:t>
            </a:r>
            <a:r>
              <a:rPr dirty="0"/>
              <a:t> </a:t>
            </a:r>
            <a:r>
              <a:rPr dirty="0" err="1"/>
              <a:t>পারেন</a:t>
            </a:r>
            <a:r>
              <a:rPr dirty="0"/>
              <a:t>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rPr dirty="0"/>
              <a:t>🔒 </a:t>
            </a:r>
            <a:r>
              <a:rPr dirty="0" err="1"/>
              <a:t>নির্ভরযোগ্য</a:t>
            </a:r>
            <a:r>
              <a:rPr dirty="0"/>
              <a:t> </a:t>
            </a:r>
            <a:r>
              <a:rPr dirty="0" err="1"/>
              <a:t>অডিট</a:t>
            </a:r>
            <a:r>
              <a:rPr dirty="0"/>
              <a:t> </a:t>
            </a:r>
            <a:r>
              <a:rPr dirty="0" err="1"/>
              <a:t>ট্রেইল</a:t>
            </a:r>
            <a:endParaRPr dirty="0"/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rPr dirty="0"/>
              <a:t>১০টি </a:t>
            </a:r>
            <a:r>
              <a:rPr dirty="0" err="1"/>
              <a:t>কাউন্টার</a:t>
            </a:r>
            <a:r>
              <a:rPr dirty="0"/>
              <a:t> </a:t>
            </a:r>
            <a:r>
              <a:rPr dirty="0" err="1"/>
              <a:t>থেকে</a:t>
            </a:r>
            <a:r>
              <a:rPr dirty="0"/>
              <a:t> </a:t>
            </a:r>
            <a:r>
              <a:rPr dirty="0" err="1"/>
              <a:t>কয়টি</a:t>
            </a:r>
            <a:r>
              <a:rPr dirty="0"/>
              <a:t> </a:t>
            </a:r>
            <a:r>
              <a:rPr dirty="0" err="1"/>
              <a:t>টিকেট</a:t>
            </a:r>
            <a:r>
              <a:rPr dirty="0"/>
              <a:t> </a:t>
            </a:r>
            <a:r>
              <a:rPr dirty="0" err="1"/>
              <a:t>ইস্যু</a:t>
            </a:r>
            <a:r>
              <a:rPr dirty="0"/>
              <a:t> </a:t>
            </a:r>
            <a:r>
              <a:rPr dirty="0" err="1"/>
              <a:t>হলো</a:t>
            </a:r>
            <a:r>
              <a:rPr dirty="0"/>
              <a:t> </a:t>
            </a:r>
            <a:r>
              <a:rPr dirty="0" err="1"/>
              <a:t>এবং</a:t>
            </a:r>
            <a:r>
              <a:rPr dirty="0"/>
              <a:t> </a:t>
            </a:r>
            <a:r>
              <a:rPr dirty="0" err="1"/>
              <a:t>কত</a:t>
            </a:r>
            <a:r>
              <a:rPr dirty="0"/>
              <a:t> </a:t>
            </a:r>
            <a:r>
              <a:rPr dirty="0" err="1"/>
              <a:t>টাকা</a:t>
            </a:r>
            <a:r>
              <a:rPr dirty="0"/>
              <a:t> </a:t>
            </a:r>
            <a:r>
              <a:rPr dirty="0" err="1"/>
              <a:t>আদায়</a:t>
            </a:r>
            <a:r>
              <a:rPr dirty="0"/>
              <a:t> </a:t>
            </a:r>
            <a:r>
              <a:rPr dirty="0" err="1"/>
              <a:t>হলো</a:t>
            </a:r>
            <a:r>
              <a:rPr dirty="0"/>
              <a:t> </a:t>
            </a:r>
            <a:r>
              <a:rPr dirty="0" err="1"/>
              <a:t>তা</a:t>
            </a:r>
            <a:r>
              <a:rPr dirty="0"/>
              <a:t> </a:t>
            </a:r>
            <a:r>
              <a:rPr dirty="0" err="1"/>
              <a:t>সাথে</a:t>
            </a:r>
            <a:r>
              <a:rPr dirty="0"/>
              <a:t> </a:t>
            </a:r>
            <a:r>
              <a:rPr dirty="0" err="1"/>
              <a:t>সাথে</a:t>
            </a:r>
            <a:r>
              <a:rPr dirty="0"/>
              <a:t> </a:t>
            </a:r>
            <a:r>
              <a:rPr dirty="0" err="1"/>
              <a:t>সংরক্ষিত</a:t>
            </a:r>
            <a:r>
              <a:rPr dirty="0"/>
              <a:t> </a:t>
            </a:r>
            <a:r>
              <a:rPr dirty="0" err="1"/>
              <a:t>থাকে</a:t>
            </a:r>
            <a:r>
              <a:rPr dirty="0"/>
              <a:t>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EXECUTIVE SUMMARY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সিস্টেমের প্রযুক্তিগত উৎকর্ষ ও ব্যবসায়িক সুবিধাসমূহ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বাস ফ্লিট পরিচালনায় ১০০% আধুনিকীকরণ, স্বচ্ছতা এবং আয়ের সর্বোচ্চ সুরক্ষা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🚀 সেন্ট্রাল হেডকোয়ার্টার ভিজিবিলিটি</a:t>
            </a:r>
          </a:p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</a:defRPr>
            </a:pPr>
            <a:r>
              <a:t>প্রধান অ্যাডমিন অফিসে বসেই ১০টি টার্মিনালের সকল বাসের অবস্থান ও খালি সিটের রিয়েল-টাইম তথ্য পাচ্ছেন।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737360"/>
            <a:ext cx="512064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9659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⚡ টার্মিনালগুলোর বিকেন্দ্রীভূত স্বাধীনতা</a:t>
            </a:r>
          </a:p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</a:defRPr>
            </a:pPr>
            <a:r>
              <a:t>১০টি কাউন্টারের সেলস টিম স্বাধীনভাবে তাদের বাসের শিডিউল ম্যানেজ ও দ্রুত টিকেট বুকিং করতে পারছে।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79"/>
            <a:ext cx="512064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069079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💺 শতভাগ সিট অকুপেন্সি বৃদ্ধি</a:t>
            </a:r>
          </a:p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</a:defRPr>
            </a:pPr>
            <a:r>
              <a:t>কোন বাসে সিট খালি আছে তা হেডকোয়ার্টার আগে থেকেই দেখতে পেয়ে দ্রুত সিদ্ধান্ত ও রুট রিশিডিউলিং করতে পারছে।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79"/>
            <a:ext cx="512064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79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💻 জিরো সার্ভার ওভারহেড ও দ্রুত গতি</a:t>
            </a:r>
          </a:p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</a:defRPr>
            </a:pPr>
            <a:r>
              <a:t>Tailwind CSS ও আধুনিক ব্রাউজার-ফার্স্ট আর্কিটেকচারে তৈরি, কোনো জটিল ব্যাকএন্ড ছাড়াও অত্যন্ত দ্রুতগতিতে কাজ করে।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DEVELOPMENT ROADMAP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</a:defRPr>
            </a:pPr>
            <a:r>
              <a:t>সম্পূর্ণ প্রজেক্ট ডেভেলপমেন্ট টাইমলাইন (২-৩ মাস / ১০-১২ সপ্তাহ)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UI/UX ডিজাইন, রেসপন্সিভ লেআউট, ব্যাকএন্ড API, ডাটাবেস আর্কিটেকচার ও রোল ম্যানেজমেন্ট (RBAC)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25603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1248" y="1709928"/>
            <a:ext cx="2340864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F46E5"/>
                </a:solidFill>
              </a:defRPr>
            </a:pPr>
            <a:r>
              <a:t>PHASE 1 (Week 1 - 3)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057400"/>
            <a:ext cx="230428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</a:defRPr>
            </a:pPr>
            <a:r>
              <a:t>UI/UX &amp; Responsive Frontend</a:t>
            </a:r>
          </a:p>
          <a:p>
            <a:pPr>
              <a:spcAft>
                <a:spcPts val="800"/>
              </a:spcAft>
              <a:defRPr sz="900" b="1">
                <a:solidFill>
                  <a:srgbClr val="4F46E5"/>
                </a:solidFill>
              </a:defRPr>
            </a:pPr>
            <a:r>
              <a:t>১ম মাস • ফ্রন্টএন্ড ডিজাইন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🎨 UI/UX Wireframing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Tailwind CSS ও Figma ডিজাইন সিস্টেম তৈরি।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📱 100% Responsive Design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ডেস্কটপ সাইডবার ও মোবাইল ড্রয়ার লেআউট।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💺 2x2 Seat Map Component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বাসের ফিজিক্যাল আসন বিন্যাস ও গ্রিন/রেড স্টেট।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🏢 10 Counter Card Modules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১০টি কাউন্টার স্ট্যাটাস উইজেট ও ডিপারচার টেবিল।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⚡ Client-Side Validation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টিকেট বুকিং ও বাস CRUD ইনপুট ভ্যালিডেশন।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00200"/>
            <a:ext cx="25603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566160" y="1709928"/>
            <a:ext cx="2340864" cy="292608"/>
          </a:xfrm>
          <a:prstGeom prst="roundRect">
            <a:avLst/>
          </a:prstGeom>
          <a:solidFill>
            <a:srgbClr val="F0F9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EA5E9"/>
                </a:solidFill>
              </a:defRPr>
            </a:pPr>
            <a:r>
              <a:t>PHASE 2 (Week 4 - 6)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4448" y="2057400"/>
            <a:ext cx="230428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</a:defRPr>
            </a:pPr>
            <a:r>
              <a:t>Backend API &amp; Database</a:t>
            </a:r>
          </a:p>
          <a:p>
            <a:pPr>
              <a:spcAft>
                <a:spcPts val="800"/>
              </a:spcAft>
              <a:defRPr sz="900" b="1">
                <a:solidFill>
                  <a:srgbClr val="0EA5E9"/>
                </a:solidFill>
              </a:defRPr>
            </a:pPr>
            <a:r>
              <a:t>১.৫ মাস • ডাটাবেস ও এপিআই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🗄️ Database Architecture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PostgreSQL/MySQL রিলেশনাল স্কিমা ডিজাইন।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🔗 RESTful API Development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বাস ট্রিপ, ১০টি কাউন্টার ও সিট কুয়েরি এন্ডপয়েন্টস।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🔒 Concurrency &amp; Seat Locking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একই সিট ডাবল বুকিং হওয়া বন্ধে Locking লজিক।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🔑 Auth &amp; JWT Security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পাসওয়ার্ড হ্যাশিং, টোকেন ও সেশন গার্ড।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⚡ Caching &amp; Optimization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Redis দিয়ে দ্রুত সিট স্ট্যাটাস রেসপন্স টাইম।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00200"/>
            <a:ext cx="25603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91072" y="1709928"/>
            <a:ext cx="2340864" cy="292608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97706"/>
                </a:solidFill>
              </a:defRPr>
            </a:pPr>
            <a:r>
              <a:t>PHASE 3 (Week 7 - 9)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057400"/>
            <a:ext cx="230428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</a:defRPr>
            </a:pPr>
            <a:r>
              <a:t>RBAC Roles &amp; POS Engine</a:t>
            </a:r>
          </a:p>
          <a:p>
            <a:pPr>
              <a:spcAft>
                <a:spcPts val="800"/>
              </a:spcAft>
              <a:defRPr sz="900" b="1">
                <a:solidFill>
                  <a:srgbClr val="D97706"/>
                </a:solidFill>
              </a:defRPr>
            </a:pPr>
            <a:r>
              <a:t>২য় মাস • রোল ও বুকিং ইঞ্জিন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🛡️ Strict Multi-Role RBAC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Super Admin HQ বনাম ১০টি কাউন্টার সেলস পারমিশন।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🎫 POS Ticket Generator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ইউনিক টিকেট আইডি ও থার্মাল প্রিন্ট ইঞ্জিন।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📡 Real-Time WebSockets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কাউন্টার থেকে সিট কাটলে হেডকোয়ার্টারে লাইভ সিঙ্ক।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💰 Daily Revenue Accounting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১০টি কাউন্টারভিত্তিক ক্যাশ ও বিক্রির হিসেব।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📋 Passenger Manifest Export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বাস সুপারভাইজারের জন্য প্যাসেঞ্জার শিট তৈরি।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600200"/>
            <a:ext cx="25603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015984" y="1709928"/>
            <a:ext cx="2340864" cy="292608"/>
          </a:xfrm>
          <a:prstGeom prst="roundRect">
            <a:avLst/>
          </a:prstGeom>
          <a:solidFill>
            <a:srgbClr val="D1FAE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PHASE 4 (Week 10 - 12)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4272" y="2057400"/>
            <a:ext cx="230428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</a:defRPr>
            </a:pPr>
            <a:r>
              <a:t>Integration, QA &amp; Deployment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</a:defRPr>
            </a:pPr>
            <a:r>
              <a:t>৩য় মাস • টেস্টিং ও লাইভ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🧪 Full-Scale Load Testing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১০টি কাউন্টার থেকে একসাথে ৫০০+ রিকুয়েস্ট টেস্ট।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📲 SMS Gateway Integration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যাত্রীর ফোনে স্বয়ংক্রিয় টিকেট কনফার্মেশন SMS।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☁️ Production Cloud Setup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Docker, NGINX SSL, AWS/VPS ও CI/CD পাইপলাইন।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🚍 Pilot Terminal Launch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সায়েদাবাদ ও গাবতলী কাউন্টারে পাইলট রান।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🎓 Staff Training &amp; Handover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১০ কাউন্টার কর্মীদের ট্রেনিং ও ফাইনাল ডেলিভারি।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806440"/>
            <a:ext cx="10698480" cy="640080"/>
          </a:xfrm>
          <a:prstGeom prst="roundRect">
            <a:avLst/>
          </a:prstGeom>
          <a:solidFill>
            <a:srgbClr val="EEF2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🏁 টার্গেট টাইমফ্রেম: ২ থেকে ৩ মাস (১০-১২ সপ্তাহ) • ফলাফল: ১০০% স্বয়ংক্রিয়, নিরাপদ ও ১০টি কাউন্টারে তাৎক্ষণিক লাইভ প্রোডাকশন সফটওয়্যার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5752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188720"/>
            <a:ext cx="8531352" cy="4134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4000" b="1">
                <a:solidFill>
                  <a:srgbClr val="FFFFFF"/>
                </a:solidFill>
              </a:defRPr>
            </a:pPr>
            <a:r>
              <a:rPr dirty="0"/>
              <a:t>THANK YOU!</a:t>
            </a:r>
          </a:p>
          <a:p>
            <a:pPr algn="ctr">
              <a:spcAft>
                <a:spcPts val="1400"/>
              </a:spcAft>
              <a:defRPr sz="1800" b="1">
                <a:solidFill>
                  <a:srgbClr val="E0E7FF"/>
                </a:solidFill>
              </a:defRPr>
            </a:pPr>
            <a:r>
              <a:rPr dirty="0" err="1"/>
              <a:t>আপনাদের</a:t>
            </a:r>
            <a:r>
              <a:rPr dirty="0"/>
              <a:t> </a:t>
            </a:r>
            <a:r>
              <a:rPr dirty="0" err="1"/>
              <a:t>মূল্যবান</a:t>
            </a:r>
            <a:r>
              <a:rPr dirty="0"/>
              <a:t> </a:t>
            </a:r>
            <a:r>
              <a:rPr dirty="0" err="1"/>
              <a:t>সময়</a:t>
            </a:r>
            <a:r>
              <a:rPr dirty="0"/>
              <a:t> ও </a:t>
            </a:r>
            <a:r>
              <a:rPr dirty="0" err="1"/>
              <a:t>মনোযোগের</a:t>
            </a:r>
            <a:r>
              <a:rPr dirty="0"/>
              <a:t> </a:t>
            </a:r>
            <a:r>
              <a:rPr dirty="0" err="1"/>
              <a:t>জন্য</a:t>
            </a:r>
            <a:r>
              <a:rPr dirty="0"/>
              <a:t> </a:t>
            </a:r>
            <a:r>
              <a:rPr dirty="0" err="1"/>
              <a:t>আন্তরিক</a:t>
            </a:r>
            <a:r>
              <a:rPr dirty="0"/>
              <a:t> </a:t>
            </a:r>
            <a:r>
              <a:rPr dirty="0" err="1"/>
              <a:t>ধন্যবাদ</a:t>
            </a:r>
            <a:endParaRPr dirty="0"/>
          </a:p>
          <a:p>
            <a:pPr algn="ctr">
              <a:spcAft>
                <a:spcPts val="1800"/>
              </a:spcAft>
              <a:defRPr sz="1500" b="1">
                <a:solidFill>
                  <a:srgbClr val="10B981"/>
                </a:solidFill>
              </a:defRPr>
            </a:pPr>
            <a:r>
              <a:rPr dirty="0"/>
              <a:t>Questions &amp; Discussion (</a:t>
            </a:r>
            <a:r>
              <a:rPr dirty="0" err="1"/>
              <a:t>প্রশ্নোত্তর</a:t>
            </a:r>
            <a:r>
              <a:rPr dirty="0"/>
              <a:t> ও </a:t>
            </a:r>
            <a:r>
              <a:rPr dirty="0" err="1"/>
              <a:t>আলোচনা</a:t>
            </a:r>
            <a:r>
              <a:rPr dirty="0"/>
              <a:t>)</a:t>
            </a:r>
          </a:p>
          <a:p>
            <a:pPr algn="ctr">
              <a:spcAft>
                <a:spcPts val="2400"/>
              </a:spcAft>
              <a:defRPr sz="1200" b="1">
                <a:solidFill>
                  <a:srgbClr val="E2E8F0"/>
                </a:solidFill>
              </a:defRPr>
            </a:pPr>
            <a:r>
              <a:rPr dirty="0"/>
              <a:t>🚌 10 Terminals Connected   •   🛡️ Centralized Control   •   ⚡ 2-3 Months Ready to Deliver</a:t>
            </a:r>
          </a:p>
          <a:p>
            <a:pPr algn="ctr">
              <a:spcAft>
                <a:spcPts val="1600"/>
              </a:spcAft>
              <a:defRPr sz="1300">
                <a:solidFill>
                  <a:srgbClr val="94A3B8"/>
                </a:solidFill>
              </a:defRPr>
            </a:pPr>
            <a:r>
              <a:rPr dirty="0" err="1"/>
              <a:t>আপনার</a:t>
            </a:r>
            <a:r>
              <a:rPr dirty="0"/>
              <a:t> </a:t>
            </a:r>
            <a:r>
              <a:rPr dirty="0" err="1"/>
              <a:t>বাস</a:t>
            </a:r>
            <a:r>
              <a:rPr dirty="0"/>
              <a:t> </a:t>
            </a:r>
            <a:r>
              <a:rPr dirty="0" err="1"/>
              <a:t>সার্ভিসের</a:t>
            </a:r>
            <a:r>
              <a:rPr dirty="0"/>
              <a:t> ১০টি </a:t>
            </a:r>
            <a:r>
              <a:rPr dirty="0" err="1"/>
              <a:t>কাউন্টারে</a:t>
            </a:r>
            <a:r>
              <a:rPr dirty="0"/>
              <a:t> </a:t>
            </a:r>
            <a:r>
              <a:rPr dirty="0" err="1"/>
              <a:t>এই</a:t>
            </a:r>
            <a:r>
              <a:rPr dirty="0"/>
              <a:t> </a:t>
            </a:r>
            <a:r>
              <a:rPr dirty="0" err="1"/>
              <a:t>অত্যাধুনিক</a:t>
            </a:r>
            <a:r>
              <a:rPr dirty="0"/>
              <a:t> </a:t>
            </a:r>
            <a:r>
              <a:rPr dirty="0" err="1"/>
              <a:t>সিস্টেমটি</a:t>
            </a:r>
            <a:r>
              <a:rPr dirty="0"/>
              <a:t> </a:t>
            </a:r>
            <a:r>
              <a:rPr dirty="0" err="1"/>
              <a:t>সফলভাবে</a:t>
            </a:r>
            <a:r>
              <a:rPr dirty="0"/>
              <a:t> </a:t>
            </a:r>
            <a:r>
              <a:rPr dirty="0" err="1"/>
              <a:t>তৈরি</a:t>
            </a:r>
            <a:r>
              <a:rPr dirty="0"/>
              <a:t> ও </a:t>
            </a:r>
            <a:r>
              <a:rPr dirty="0" err="1"/>
              <a:t>বাস্তবায়ন</a:t>
            </a:r>
            <a:r>
              <a:rPr dirty="0"/>
              <a:t> </a:t>
            </a:r>
            <a:r>
              <a:rPr dirty="0" err="1"/>
              <a:t>করতে</a:t>
            </a:r>
            <a:r>
              <a:rPr dirty="0"/>
              <a:t> </a:t>
            </a:r>
            <a:r>
              <a:rPr dirty="0" err="1"/>
              <a:t>আমরা</a:t>
            </a:r>
            <a:r>
              <a:rPr dirty="0"/>
              <a:t> </a:t>
            </a:r>
            <a:r>
              <a:rPr dirty="0" err="1"/>
              <a:t>সম্পূর্ণ</a:t>
            </a:r>
            <a:r>
              <a:rPr dirty="0"/>
              <a:t> </a:t>
            </a:r>
            <a:r>
              <a:rPr dirty="0" err="1"/>
              <a:t>প্রস্তুত</a:t>
            </a:r>
            <a:r>
              <a:rPr dirty="0"/>
              <a:t>!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endParaRPr lang="en-US" dirty="0" smtClean="0"/>
          </a:p>
          <a:p>
            <a:pPr algn="ctr">
              <a:defRPr sz="1000">
                <a:solidFill>
                  <a:srgbClr val="64748B"/>
                </a:solidFill>
              </a:defRPr>
            </a:pPr>
            <a:endParaRPr lang="en-US" dirty="0"/>
          </a:p>
          <a:p>
            <a:pPr algn="ctr">
              <a:defRPr sz="1000">
                <a:solidFill>
                  <a:srgbClr val="64748B"/>
                </a:solidFill>
              </a:defRPr>
            </a:pPr>
            <a:endParaRPr lang="en-US" dirty="0" smtClean="0"/>
          </a:p>
          <a:p>
            <a:pPr algn="ctr">
              <a:defRPr sz="1000">
                <a:solidFill>
                  <a:srgbClr val="64748B"/>
                </a:solidFill>
              </a:defRPr>
            </a:pPr>
            <a:endParaRPr lang="en-US" dirty="0"/>
          </a:p>
          <a:p>
            <a:pPr algn="ctr">
              <a:defRPr sz="1000">
                <a:solidFill>
                  <a:srgbClr val="64748B"/>
                </a:solidFill>
              </a:defRPr>
            </a:pPr>
            <a:endParaRPr lang="en-US" dirty="0" smtClean="0"/>
          </a:p>
          <a:p>
            <a:pPr algn="ctr">
              <a:defRPr sz="1000">
                <a:solidFill>
                  <a:srgbClr val="64748B"/>
                </a:solidFill>
              </a:defRPr>
            </a:pPr>
            <a:endParaRPr lang="en-US" dirty="0"/>
          </a:p>
          <a:p>
            <a:pPr algn="ctr">
              <a:defRPr sz="1000">
                <a:solidFill>
                  <a:srgbClr val="64748B"/>
                </a:solidFill>
              </a:defRPr>
            </a:pPr>
            <a:endParaRPr lang="en-US" dirty="0" smtClean="0"/>
          </a:p>
          <a:p>
            <a:pPr algn="ctr">
              <a:defRPr sz="1000">
                <a:solidFill>
                  <a:srgbClr val="64748B"/>
                </a:solidFill>
              </a:defRPr>
            </a:pPr>
            <a:endParaRPr lang="en-US" dirty="0"/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rPr dirty="0" smtClean="0"/>
              <a:t>Project </a:t>
            </a:r>
            <a:r>
              <a:rPr dirty="0"/>
              <a:t>Team: Advanced Full-Stack Engineering • Central Bus Desk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1675</Words>
  <Application>Microsoft Office PowerPoint</Application>
  <PresentationFormat>Widescreen</PresentationFormat>
  <Paragraphs>216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3</cp:revision>
  <dcterms:created xsi:type="dcterms:W3CDTF">2013-01-27T09:14:16Z</dcterms:created>
  <dcterms:modified xsi:type="dcterms:W3CDTF">2026-09-28T09:47:43Z</dcterms:modified>
  <cp:category/>
</cp:coreProperties>
</file>